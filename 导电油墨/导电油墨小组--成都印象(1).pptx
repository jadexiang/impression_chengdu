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304" r:id="rId3"/>
    <p:sldId id="291" r:id="rId4"/>
    <p:sldId id="319" r:id="rId5"/>
    <p:sldId id="295" r:id="rId6"/>
    <p:sldId id="309" r:id="rId7"/>
    <p:sldId id="305" r:id="rId8"/>
    <p:sldId id="306" r:id="rId9"/>
    <p:sldId id="307" r:id="rId10"/>
    <p:sldId id="308" r:id="rId11"/>
    <p:sldId id="299" r:id="rId12"/>
    <p:sldId id="296" r:id="rId13"/>
    <p:sldId id="297" r:id="rId14"/>
    <p:sldId id="322" r:id="rId15"/>
    <p:sldId id="320" r:id="rId16"/>
    <p:sldId id="292" r:id="rId17"/>
    <p:sldId id="321" r:id="rId18"/>
  </p:sldIdLst>
  <p:sldSz cx="12192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showGuides="1">
      <p:cViewPr>
        <p:scale>
          <a:sx n="70" d="100"/>
          <a:sy n="70" d="100"/>
        </p:scale>
        <p:origin x="1123" y="4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notesMaster" Target="notesMasters/notesMaster1.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997B5FA-0921-464F-AAE1-844C04324D75}"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D997B5FA-0921-464F-AAE1-844C04324D75}"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D997B5FA-0921-464F-AAE1-844C04324D75}" type="datetime1">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1">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1">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标题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endParaRPr lang="zh-CN"/>
          </a:p>
        </p:txBody>
      </p:sp>
      <p:sp>
        <p:nvSpPr>
          <p:cNvPr id="3" name="内容占位符 2"/>
          <p:cNvSpPr>
            <a:spLocks noGrp="1"/>
          </p:cNvSpPr>
          <p:nvPr>
            <p:ph idx="1"/>
          </p:nvPr>
        </p:nvSpPr>
        <p:spPr/>
        <p:txBody>
          <a:bodyPr/>
          <a:lstStyle/>
          <a:p>
            <a:pPr lvl="0"/>
            <a:r>
              <a:rPr lang="zh-CN"/>
              <a:t>单击此处编辑母版文本样式</a:t>
            </a:r>
            <a:endParaRPr lang="zh-CN"/>
          </a:p>
          <a:p>
            <a:pPr lvl="1"/>
            <a:r>
              <a:rPr lang="zh-CN"/>
              <a:t>二级</a:t>
            </a:r>
            <a:endParaRPr lang="zh-CN"/>
          </a:p>
          <a:p>
            <a:pPr lvl="2"/>
            <a:r>
              <a:rPr lang="zh-CN"/>
              <a:t>三级</a:t>
            </a:r>
            <a:endParaRPr lang="zh-CN"/>
          </a:p>
          <a:p>
            <a:pPr lvl="3"/>
            <a:r>
              <a:rPr lang="zh-CN"/>
              <a:t>四级</a:t>
            </a:r>
            <a:endParaRPr lang="zh-CN"/>
          </a:p>
          <a:p>
            <a:pPr lvl="4"/>
            <a:r>
              <a:rPr lang="zh-CN"/>
              <a:t>五级</a:t>
            </a:r>
            <a:endParaRPr lang="zh-CN"/>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1">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7.xml"/></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1.xml"/><Relationship Id="rId4" Type="http://schemas.openxmlformats.org/officeDocument/2006/relationships/image" Target="../media/image4.png"/><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14.xml"/><Relationship Id="rId3" Type="http://schemas.openxmlformats.org/officeDocument/2006/relationships/image" Target="../media/image5.png"/><Relationship Id="rId2" Type="http://schemas.openxmlformats.org/officeDocument/2006/relationships/tags" Target="../tags/tag13.xml"/><Relationship Id="rId1" Type="http://schemas.openxmlformats.org/officeDocument/2006/relationships/tags" Target="../tags/tag12.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17.xml"/><Relationship Id="rId3" Type="http://schemas.openxmlformats.org/officeDocument/2006/relationships/image" Target="../media/image6.png"/><Relationship Id="rId2" Type="http://schemas.openxmlformats.org/officeDocument/2006/relationships/tags" Target="../tags/tag16.xml"/><Relationship Id="rId1" Type="http://schemas.openxmlformats.org/officeDocument/2006/relationships/tags" Target="../tags/tag15.xml"/></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20.xml"/><Relationship Id="rId3" Type="http://schemas.openxmlformats.org/officeDocument/2006/relationships/image" Target="../media/image7.png"/><Relationship Id="rId2" Type="http://schemas.openxmlformats.org/officeDocument/2006/relationships/tags" Target="../tags/tag19.xml"/><Relationship Id="rId1" Type="http://schemas.openxmlformats.org/officeDocument/2006/relationships/tags" Target="../tags/tag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tags" Target="../tags/tag2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tags" Target="../tags/tag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custDataLst>
              <p:tags r:id="rId1"/>
            </p:custDataLst>
          </p:nvPr>
        </p:nvSpPr>
        <p:spPr>
          <a:xfrm>
            <a:off x="1524000" y="40134"/>
            <a:ext cx="9144000" cy="2387600"/>
          </a:xfrm>
        </p:spPr>
        <p:txBody>
          <a:bodyPr/>
          <a:lstStyle/>
          <a:p>
            <a:pPr algn="ctr" fontAlgn="auto"/>
            <a:r>
              <a:rPr lang="zh-CN" altLang="en-US" dirty="0">
                <a:solidFill>
                  <a:schemeClr val="tx1"/>
                </a:solidFill>
              </a:rPr>
              <a:t>工程</a:t>
            </a:r>
            <a:r>
              <a:rPr lang="en-US" altLang="zh-CN" dirty="0">
                <a:solidFill>
                  <a:schemeClr val="tx1"/>
                </a:solidFill>
              </a:rPr>
              <a:t>实践4&amp;5</a:t>
            </a:r>
            <a:endParaRPr lang="en-US" altLang="zh-CN" dirty="0">
              <a:solidFill>
                <a:schemeClr val="tx1"/>
              </a:solidFill>
            </a:endParaRPr>
          </a:p>
        </p:txBody>
      </p:sp>
      <p:sp>
        <p:nvSpPr>
          <p:cNvPr id="5" name="副标题 4"/>
          <p:cNvSpPr>
            <a:spLocks noGrp="1"/>
          </p:cNvSpPr>
          <p:nvPr>
            <p:ph type="subTitle" idx="1"/>
            <p:custDataLst>
              <p:tags r:id="rId2"/>
            </p:custDataLst>
          </p:nvPr>
        </p:nvSpPr>
        <p:spPr>
          <a:xfrm>
            <a:off x="1524000" y="2503936"/>
            <a:ext cx="9144000" cy="3063240"/>
          </a:xfrm>
        </p:spPr>
        <p:txBody>
          <a:bodyPr>
            <a:noAutofit/>
          </a:bodyPr>
          <a:lstStyle/>
          <a:p>
            <a:pPr algn="ctr" fontAlgn="auto"/>
            <a:r>
              <a:rPr lang="zh-CN" altLang="en-US" sz="2000" dirty="0">
                <a:solidFill>
                  <a:schemeClr val="tx1"/>
                </a:solidFill>
              </a:rPr>
              <a:t>第七</a:t>
            </a:r>
            <a:r>
              <a:rPr lang="en-US" altLang="zh-CN" sz="2000" dirty="0" err="1">
                <a:solidFill>
                  <a:schemeClr val="tx1"/>
                </a:solidFill>
              </a:rPr>
              <a:t>小组</a:t>
            </a:r>
            <a:r>
              <a:rPr lang="zh-CN" altLang="en-US" sz="2000" dirty="0">
                <a:solidFill>
                  <a:schemeClr val="tx1"/>
                </a:solidFill>
              </a:rPr>
              <a:t>：</a:t>
            </a:r>
            <a:r>
              <a:rPr lang="en-US" altLang="zh-CN" sz="2000" dirty="0" err="1">
                <a:solidFill>
                  <a:schemeClr val="tx1"/>
                </a:solidFill>
              </a:rPr>
              <a:t>触控投影主题</a:t>
            </a:r>
            <a:endParaRPr lang="en-US" altLang="zh-CN" sz="2000" dirty="0">
              <a:solidFill>
                <a:schemeClr val="tx1"/>
              </a:solidFill>
            </a:endParaRPr>
          </a:p>
          <a:p>
            <a:pPr algn="ctr" fontAlgn="auto"/>
            <a:endParaRPr lang="en-US" altLang="zh-CN" sz="1600" dirty="0">
              <a:solidFill>
                <a:schemeClr val="tx1"/>
              </a:solidFill>
            </a:endParaRPr>
          </a:p>
          <a:p>
            <a:pPr algn="ctr" fontAlgn="auto"/>
            <a:r>
              <a:rPr lang="en-US" altLang="zh-CN" sz="1600" dirty="0">
                <a:solidFill>
                  <a:schemeClr val="tx1"/>
                </a:solidFill>
              </a:rPr>
              <a:t>				</a:t>
            </a:r>
            <a:endParaRPr lang="en-US" altLang="zh-CN" sz="1600" dirty="0">
              <a:solidFill>
                <a:schemeClr val="tx1"/>
              </a:solidFill>
            </a:endParaRPr>
          </a:p>
          <a:p>
            <a:pPr algn="ctr" fontAlgn="auto"/>
            <a:r>
              <a:rPr lang="en-US" altLang="zh-CN" sz="1600" dirty="0">
                <a:solidFill>
                  <a:schemeClr val="tx1"/>
                </a:solidFill>
              </a:rPr>
              <a:t>				</a:t>
            </a:r>
            <a:endParaRPr lang="en-US" altLang="zh-CN" sz="1600" dirty="0">
              <a:solidFill>
                <a:schemeClr val="tx1"/>
              </a:solidFill>
            </a:endParaRPr>
          </a:p>
          <a:p>
            <a:pPr algn="ctr" fontAlgn="auto"/>
            <a:r>
              <a:rPr lang="en-US" altLang="zh-CN" sz="1600" dirty="0">
                <a:solidFill>
                  <a:schemeClr val="tx1"/>
                </a:solidFill>
              </a:rPr>
              <a:t>				</a:t>
            </a:r>
            <a:r>
              <a:rPr lang="en-US" altLang="zh-CN" sz="1600" dirty="0" err="1">
                <a:solidFill>
                  <a:schemeClr val="tx1"/>
                </a:solidFill>
              </a:rPr>
              <a:t>小组成员</a:t>
            </a:r>
            <a:r>
              <a:rPr lang="zh-CN" altLang="en-US" sz="1600" dirty="0">
                <a:solidFill>
                  <a:schemeClr val="tx1"/>
                </a:solidFill>
              </a:rPr>
              <a:t>：杨子函</a:t>
            </a:r>
            <a:endParaRPr lang="zh-CN" altLang="en-US" sz="1600" dirty="0">
              <a:solidFill>
                <a:schemeClr val="tx1"/>
              </a:solidFill>
            </a:endParaRPr>
          </a:p>
          <a:p>
            <a:pPr algn="ctr" fontAlgn="auto"/>
            <a:r>
              <a:rPr lang="en-US" altLang="zh-CN" sz="1600" dirty="0">
                <a:solidFill>
                  <a:schemeClr val="tx1"/>
                </a:solidFill>
              </a:rPr>
              <a:t>				    	  </a:t>
            </a:r>
            <a:r>
              <a:rPr lang="zh-CN" altLang="en-US" sz="1600" dirty="0">
                <a:solidFill>
                  <a:schemeClr val="tx1"/>
                </a:solidFill>
              </a:rPr>
              <a:t>康文玥</a:t>
            </a:r>
            <a:endParaRPr lang="zh-CN" altLang="en-US" sz="1600" dirty="0">
              <a:solidFill>
                <a:schemeClr val="tx1"/>
              </a:solidFill>
            </a:endParaRPr>
          </a:p>
          <a:p>
            <a:pPr algn="ctr" fontAlgn="auto"/>
            <a:r>
              <a:rPr lang="en-US" altLang="zh-CN" sz="1600" dirty="0">
                <a:solidFill>
                  <a:schemeClr val="tx1"/>
                </a:solidFill>
              </a:rPr>
              <a:t>					  </a:t>
            </a:r>
            <a:r>
              <a:rPr lang="zh-CN" altLang="en-US" sz="1600" dirty="0">
                <a:solidFill>
                  <a:schemeClr val="tx1"/>
                </a:solidFill>
              </a:rPr>
              <a:t>周文锦</a:t>
            </a:r>
            <a:endParaRPr lang="zh-CN" altLang="en-US" sz="1600" dirty="0">
              <a:solidFill>
                <a:schemeClr val="tx1"/>
              </a:solidFill>
            </a:endParaRPr>
          </a:p>
          <a:p>
            <a:pPr algn="ctr" fontAlgn="auto"/>
            <a:r>
              <a:rPr lang="en-US" altLang="zh-CN" sz="1600" dirty="0">
                <a:solidFill>
                  <a:schemeClr val="tx1"/>
                </a:solidFill>
              </a:rPr>
              <a:t>					  </a:t>
            </a:r>
            <a:r>
              <a:rPr lang="en-US" altLang="zh-CN" sz="1600" dirty="0" err="1">
                <a:solidFill>
                  <a:schemeClr val="tx1"/>
                </a:solidFill>
              </a:rPr>
              <a:t>赵子涵</a:t>
            </a:r>
            <a:endParaRPr lang="en-US" altLang="zh-CN" sz="1600" dirty="0">
              <a:solidFill>
                <a:schemeClr val="tx1"/>
              </a:solidFill>
            </a:endParaRPr>
          </a:p>
          <a:p>
            <a:pPr algn="ctr" fontAlgn="auto"/>
            <a:r>
              <a:rPr lang="en-US" altLang="zh-CN" sz="1600" dirty="0">
                <a:solidFill>
                  <a:schemeClr val="tx1"/>
                </a:solidFill>
              </a:rPr>
              <a:t>					  </a:t>
            </a:r>
            <a:r>
              <a:rPr lang="en-US" altLang="zh-CN" sz="1600" dirty="0" err="1">
                <a:solidFill>
                  <a:schemeClr val="tx1"/>
                </a:solidFill>
              </a:rPr>
              <a:t>黄佩瑶</a:t>
            </a:r>
            <a:endParaRPr lang="en-US" altLang="zh-CN" sz="1600" dirty="0">
              <a:solidFill>
                <a:schemeClr val="tx1"/>
              </a:solidFill>
            </a:endParaRPr>
          </a:p>
        </p:txBody>
      </p:sp>
    </p:spTree>
    <p:custDataLst>
      <p:tags r:id="rId3"/>
    </p:custData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923876" y="1588727"/>
            <a:ext cx="6344246" cy="1325563"/>
          </a:xfrm>
        </p:spPr>
        <p:txBody>
          <a:bodyPr anchor="ctr">
            <a:noAutofit/>
          </a:bodyPr>
          <a:lstStyle/>
          <a:p>
            <a:r>
              <a:rPr lang="zh-CN" altLang="en-US" sz="5000" dirty="0"/>
              <a:t>作品</a:t>
            </a:r>
            <a:r>
              <a:rPr lang="zh-CN" sz="5000" dirty="0"/>
              <a:t>名称：</a:t>
            </a:r>
            <a:r>
              <a:rPr lang="zh-CN" altLang="en-US" sz="5000" dirty="0"/>
              <a:t>成都印象</a:t>
            </a:r>
            <a:endParaRPr lang="zh-CN" sz="5000" dirty="0"/>
          </a:p>
        </p:txBody>
      </p:sp>
      <p:sp>
        <p:nvSpPr>
          <p:cNvPr id="3" name="标题 1"/>
          <p:cNvSpPr txBox="1"/>
          <p:nvPr/>
        </p:nvSpPr>
        <p:spPr>
          <a:xfrm>
            <a:off x="1510682" y="2953163"/>
            <a:ext cx="9170633" cy="23161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1200"/>
              </a:spcBef>
            </a:pPr>
            <a:r>
              <a:rPr lang="zh-CN" altLang="en-US" sz="2800" dirty="0"/>
              <a:t>作品</a:t>
            </a:r>
            <a:r>
              <a:rPr lang="en-US" altLang="zh-CN" sz="2800" dirty="0" err="1"/>
              <a:t>简介</a:t>
            </a:r>
            <a:r>
              <a:rPr lang="zh-CN" altLang="en-US" sz="2800" dirty="0"/>
              <a:t>：本作品显示了四川省的特色文化，作品利用导电油墨的导电性来实现，当我们按压画板上用导电油墨绘制的图案时，图案部分会出现相应动效，以此来达到触摸互动的效果，兼顾趣味性与技术性</a:t>
            </a:r>
            <a:endParaRPr lang="zh-CN" alt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smtClean="0">
                <a:solidFill>
                  <a:schemeClr val="tx1"/>
                </a:solidFill>
              </a:rPr>
              <a:t>项目</a:t>
            </a:r>
            <a:r>
              <a:rPr lang="en-US" altLang="zh-CN" smtClean="0">
                <a:solidFill>
                  <a:schemeClr val="tx1"/>
                </a:solidFill>
              </a:rPr>
              <a:t>背景</a:t>
            </a:r>
            <a:endParaRPr lang="en-US" altLang="zh-CN" smtClean="0">
              <a:solidFill>
                <a:schemeClr val="tx1"/>
              </a:solidFill>
            </a:endParaRPr>
          </a:p>
        </p:txBody>
      </p:sp>
      <p:sp>
        <p:nvSpPr>
          <p:cNvPr id="5" name="内容占位符 4"/>
          <p:cNvSpPr>
            <a:spLocks noGrp="1"/>
          </p:cNvSpPr>
          <p:nvPr>
            <p:ph idx="1"/>
            <p:custDataLst>
              <p:tags r:id="rId2"/>
            </p:custDataLst>
          </p:nvPr>
        </p:nvSpPr>
        <p:spPr/>
        <p:txBody>
          <a:bodyPr/>
          <a:lstStyle/>
          <a:p>
            <a:pPr marL="0" indent="0">
              <a:buNone/>
            </a:pPr>
            <a:r>
              <a:rPr lang="en-US" altLang="zh-CN" smtClean="0">
                <a:solidFill>
                  <a:schemeClr val="tx1"/>
                </a:solidFill>
              </a:rPr>
              <a:t>	</a:t>
            </a:r>
            <a:r>
              <a:rPr lang="zh-CN" altLang="en-US" smtClean="0">
                <a:solidFill>
                  <a:schemeClr val="tx1"/>
                </a:solidFill>
              </a:rPr>
              <a:t>在科技飞速发展的今天，作为新型行业的新媒体互动艺术已经深入到我们生活的各个领域，无论是建筑上的大型灯光秀，还是路边引人注意的互动小游戏，都为我们的生活增添了很多不一样的色彩。</a:t>
            </a:r>
            <a:endParaRPr lang="zh-CN" altLang="en-US" smtClean="0">
              <a:solidFill>
                <a:schemeClr val="tx1"/>
              </a:solidFill>
            </a:endParaRPr>
          </a:p>
          <a:p>
            <a:pPr marL="0" indent="0">
              <a:buNone/>
            </a:pPr>
            <a:r>
              <a:rPr lang="en-US" altLang="zh-CN" smtClean="0">
                <a:solidFill>
                  <a:schemeClr val="tx1"/>
                </a:solidFill>
              </a:rPr>
              <a:t>	</a:t>
            </a:r>
            <a:r>
              <a:rPr lang="zh-CN" altLang="en-US" smtClean="0">
                <a:solidFill>
                  <a:schemeClr val="tx1"/>
                </a:solidFill>
              </a:rPr>
              <a:t>本项目旨在采用触摸投影互动技术，用充满趣味且别具一格的方式向体验者展示不一样的成都特色，希望通过我们的项目能使更多的人体会到成都独特的魅力。</a:t>
            </a:r>
            <a:endParaRPr lang="zh-CN" altLang="en-US" smtClean="0">
              <a:solidFill>
                <a:schemeClr val="tx1"/>
              </a:solidFill>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81001" y="169305"/>
            <a:ext cx="10515600" cy="1004476"/>
          </a:xfrm>
        </p:spPr>
        <p:txBody>
          <a:bodyPr>
            <a:normAutofit/>
          </a:bodyPr>
          <a:lstStyle/>
          <a:p>
            <a:r>
              <a:rPr lang="zh-CN" altLang="en-US" sz="4000" dirty="0">
                <a:latin typeface="+mj-ea"/>
              </a:rPr>
              <a:t>材料准备</a:t>
            </a:r>
            <a:endParaRPr lang="zh-CN" altLang="en-US" sz="4000" dirty="0">
              <a:latin typeface="+mj-ea"/>
            </a:endParaRPr>
          </a:p>
        </p:txBody>
      </p:sp>
      <p:pic>
        <p:nvPicPr>
          <p:cNvPr id="5" name="图片 4"/>
          <p:cNvPicPr>
            <a:picLocks noChangeAspect="1"/>
          </p:cNvPicPr>
          <p:nvPr/>
        </p:nvPicPr>
        <p:blipFill rotWithShape="1">
          <a:blip r:embed="rId1" cstate="print">
            <a:extLst>
              <a:ext uri="{28A0092B-C50C-407E-A947-70E740481C1C}">
                <a14:useLocalDpi xmlns:a14="http://schemas.microsoft.com/office/drawing/2010/main" val="0"/>
              </a:ext>
            </a:extLst>
          </a:blip>
          <a:srcRect t="4381" b="22666"/>
          <a:stretch>
            <a:fillRect/>
          </a:stretch>
        </p:blipFill>
        <p:spPr>
          <a:xfrm>
            <a:off x="4208986" y="1173781"/>
            <a:ext cx="3559670" cy="5190885"/>
          </a:xfrm>
          <a:prstGeom prst="rect">
            <a:avLst/>
          </a:prstGeom>
        </p:spPr>
      </p:pic>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1001" y="1173781"/>
            <a:ext cx="3720736" cy="2139653"/>
          </a:xfrm>
          <a:prstGeom prst="rect">
            <a:avLst/>
          </a:prstGeom>
        </p:spPr>
      </p:pic>
      <p:pic>
        <p:nvPicPr>
          <p:cNvPr id="9" name="图片 8"/>
          <p:cNvPicPr>
            <a:picLocks noChangeAspect="1"/>
          </p:cNvPicPr>
          <p:nvPr/>
        </p:nvPicPr>
        <p:blipFill rotWithShape="1">
          <a:blip r:embed="rId3" cstate="print">
            <a:extLst>
              <a:ext uri="{28A0092B-C50C-407E-A947-70E740481C1C}">
                <a14:useLocalDpi xmlns:a14="http://schemas.microsoft.com/office/drawing/2010/main" val="0"/>
              </a:ext>
            </a:extLst>
          </a:blip>
          <a:srcRect l="8466" t="13163" r="19726" b="3883"/>
          <a:stretch>
            <a:fillRect/>
          </a:stretch>
        </p:blipFill>
        <p:spPr>
          <a:xfrm>
            <a:off x="381001" y="3559630"/>
            <a:ext cx="3720736" cy="2805036"/>
          </a:xfrm>
          <a:prstGeom prst="rect">
            <a:avLst/>
          </a:prstGeom>
        </p:spPr>
      </p:pic>
      <p:sp>
        <p:nvSpPr>
          <p:cNvPr id="3" name="文本框 2"/>
          <p:cNvSpPr txBox="1"/>
          <p:nvPr/>
        </p:nvSpPr>
        <p:spPr>
          <a:xfrm>
            <a:off x="8090265" y="1173781"/>
            <a:ext cx="3849065" cy="4939814"/>
          </a:xfrm>
          <a:prstGeom prst="rect">
            <a:avLst/>
          </a:prstGeom>
          <a:noFill/>
        </p:spPr>
        <p:txBody>
          <a:bodyPr wrap="square" rtlCol="0">
            <a:spAutoFit/>
          </a:bodyPr>
          <a:lstStyle/>
          <a:p>
            <a:pPr>
              <a:spcBef>
                <a:spcPts val="1800"/>
              </a:spcBef>
            </a:pPr>
            <a:r>
              <a:rPr lang="zh-CN" altLang="en-US" sz="3000" dirty="0"/>
              <a:t>单片机 </a:t>
            </a:r>
            <a:r>
              <a:rPr lang="en-US" altLang="zh-CN" sz="3000" dirty="0"/>
              <a:t>x 1</a:t>
            </a:r>
            <a:endParaRPr lang="en-US" altLang="zh-CN" sz="3000" dirty="0"/>
          </a:p>
          <a:p>
            <a:pPr>
              <a:spcBef>
                <a:spcPts val="1800"/>
              </a:spcBef>
            </a:pPr>
            <a:r>
              <a:rPr lang="zh-CN" altLang="en-US" sz="3000" dirty="0"/>
              <a:t>投影仪 </a:t>
            </a:r>
            <a:r>
              <a:rPr lang="en-US" altLang="zh-CN" sz="3000" dirty="0"/>
              <a:t>x 1</a:t>
            </a:r>
            <a:endParaRPr lang="en-US" altLang="zh-CN" sz="3000" dirty="0"/>
          </a:p>
          <a:p>
            <a:pPr>
              <a:spcBef>
                <a:spcPts val="1800"/>
              </a:spcBef>
            </a:pPr>
            <a:r>
              <a:rPr lang="zh-CN" altLang="en-US" sz="3000" dirty="0"/>
              <a:t>热胶枪 </a:t>
            </a:r>
            <a:r>
              <a:rPr lang="en-US" altLang="zh-CN" sz="3000" dirty="0"/>
              <a:t>x 1</a:t>
            </a:r>
            <a:endParaRPr lang="en-US" altLang="zh-CN" sz="3000" dirty="0"/>
          </a:p>
          <a:p>
            <a:pPr>
              <a:spcBef>
                <a:spcPts val="1800"/>
              </a:spcBef>
            </a:pPr>
            <a:r>
              <a:rPr lang="zh-CN" altLang="en-US" sz="3000" dirty="0"/>
              <a:t>运 行 </a:t>
            </a:r>
            <a:r>
              <a:rPr lang="en-US" altLang="zh-CN" sz="3000" dirty="0" err="1"/>
              <a:t>MadMapper</a:t>
            </a:r>
            <a:r>
              <a:rPr lang="zh-CN" altLang="en-US" sz="3000" dirty="0" err="1"/>
              <a:t>和</a:t>
            </a:r>
            <a:r>
              <a:rPr lang="en-US" altLang="zh-CN" sz="3000" dirty="0" err="1"/>
              <a:t>arduino</a:t>
            </a:r>
            <a:r>
              <a:rPr lang="zh-CN" altLang="en-US" sz="3000" dirty="0"/>
              <a:t>的笔记本电脑 </a:t>
            </a:r>
            <a:r>
              <a:rPr lang="en-US" altLang="zh-CN" sz="3000" dirty="0"/>
              <a:t>x 1</a:t>
            </a:r>
            <a:endParaRPr lang="en-US" altLang="zh-CN" sz="3000" dirty="0"/>
          </a:p>
          <a:p>
            <a:pPr>
              <a:spcBef>
                <a:spcPts val="1800"/>
              </a:spcBef>
            </a:pPr>
            <a:r>
              <a:rPr lang="en-US" altLang="zh-CN" sz="3000" dirty="0"/>
              <a:t>导电油墨 导线 铜胶带</a:t>
            </a:r>
            <a:endParaRPr lang="en-US" altLang="zh-CN" sz="3000" dirty="0"/>
          </a:p>
          <a:p>
            <a:pPr>
              <a:spcBef>
                <a:spcPts val="1800"/>
              </a:spcBef>
            </a:pPr>
            <a:r>
              <a:rPr lang="en-US" altLang="zh-CN" sz="3000" dirty="0"/>
              <a:t>剪刀 美工刀 </a:t>
            </a:r>
            <a:r>
              <a:rPr lang="zh-CN" altLang="en-US" sz="3000" dirty="0"/>
              <a:t>铅笔 </a:t>
            </a:r>
            <a:r>
              <a:rPr lang="en-US" altLang="zh-CN" sz="3000" dirty="0"/>
              <a:t>kt</a:t>
            </a:r>
            <a:r>
              <a:rPr lang="zh-CN" altLang="en-US" sz="3000" dirty="0"/>
              <a:t>板</a:t>
            </a:r>
            <a:endParaRPr lang="zh-CN" altLang="en-US" sz="3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1825624"/>
            <a:ext cx="10515600" cy="4637319"/>
          </a:xfrm>
        </p:spPr>
        <p:txBody>
          <a:bodyPr/>
          <a:lstStyle/>
          <a:p>
            <a:pPr marL="0" indent="0">
              <a:lnSpc>
                <a:spcPct val="150000"/>
              </a:lnSpc>
              <a:spcBef>
                <a:spcPts val="600"/>
              </a:spcBef>
              <a:buNone/>
            </a:pPr>
            <a:r>
              <a:rPr lang="en-US" altLang="zh-CN" dirty="0"/>
              <a:t>	</a:t>
            </a:r>
            <a:r>
              <a:rPr lang="zh-CN" altLang="en-US" dirty="0"/>
              <a:t>将绘制不同图案的导电油墨通过导线和单片机的不同触控电极相连接，调试</a:t>
            </a:r>
            <a:r>
              <a:rPr lang="en-US" altLang="zh-CN" dirty="0" err="1"/>
              <a:t>arduino</a:t>
            </a:r>
            <a:r>
              <a:rPr lang="zh-CN" altLang="en-US" dirty="0"/>
              <a:t>将</a:t>
            </a:r>
            <a:r>
              <a:rPr lang="en-US" altLang="zh-CN" dirty="0"/>
              <a:t>MIDI</a:t>
            </a:r>
            <a:r>
              <a:rPr lang="zh-CN" altLang="en-US" dirty="0"/>
              <a:t>控制上传至单片机，使其通过</a:t>
            </a:r>
            <a:r>
              <a:rPr lang="en-US" altLang="zh-CN" dirty="0"/>
              <a:t>MIDI</a:t>
            </a:r>
            <a:r>
              <a:rPr lang="zh-CN" altLang="en-US" dirty="0"/>
              <a:t>协议根据触摸的电路触发相应的动效，在</a:t>
            </a:r>
            <a:r>
              <a:rPr lang="en-US" altLang="zh-CN" dirty="0" err="1"/>
              <a:t>madmapper</a:t>
            </a:r>
            <a:r>
              <a:rPr lang="zh-CN" altLang="en-US" dirty="0"/>
              <a:t>上将导入的视屏素材设置为单次循环后进入</a:t>
            </a:r>
            <a:r>
              <a:rPr lang="en-US" altLang="zh-CN" dirty="0"/>
              <a:t>MIDI</a:t>
            </a:r>
            <a:r>
              <a:rPr lang="zh-CN" altLang="en-US" dirty="0"/>
              <a:t>控制模式，确定某个电极可以控制当前动效播放</a:t>
            </a:r>
            <a:endParaRPr lang="zh-CN" altLang="en-US" dirty="0"/>
          </a:p>
        </p:txBody>
      </p:sp>
      <p:sp>
        <p:nvSpPr>
          <p:cNvPr id="4" name="标题 3"/>
          <p:cNvSpPr txBox="1"/>
          <p:nvPr>
            <p:custDataLst>
              <p:tags r:id="rId1"/>
            </p:custDataLst>
          </p:nvPr>
        </p:nvSpPr>
        <p:spPr>
          <a:xfrm>
            <a:off x="71021" y="466081"/>
            <a:ext cx="3764132" cy="9587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6000" dirty="0"/>
              <a:t>技术</a:t>
            </a:r>
            <a:r>
              <a:rPr lang="en-US" altLang="zh-CN" sz="6000" dirty="0" err="1"/>
              <a:t>介绍</a:t>
            </a:r>
            <a:endParaRPr lang="en-US" altLang="zh-CN" sz="6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custDataLst>
              <p:tags r:id="rId1"/>
            </p:custDataLst>
          </p:nvPr>
        </p:nvSpPr>
        <p:spPr>
          <a:xfrm>
            <a:off x="-3707130" y="-1045210"/>
            <a:ext cx="11229340" cy="2387600"/>
          </a:xfrm>
        </p:spPr>
        <p:txBody>
          <a:bodyPr/>
          <a:lstStyle/>
          <a:p>
            <a:pPr algn="ctr" fontAlgn="auto"/>
            <a:r>
              <a:rPr lang="zh-CN" altLang="en-US" dirty="0">
                <a:solidFill>
                  <a:schemeClr val="tx1"/>
                </a:solidFill>
              </a:rPr>
              <a:t>硬件</a:t>
            </a:r>
            <a:r>
              <a:rPr lang="en-US" altLang="zh-CN" dirty="0" err="1">
                <a:solidFill>
                  <a:schemeClr val="tx1"/>
                </a:solidFill>
              </a:rPr>
              <a:t>介绍</a:t>
            </a:r>
            <a:endParaRPr lang="en-US" altLang="zh-CN" dirty="0">
              <a:solidFill>
                <a:schemeClr val="tx1"/>
              </a:solidFill>
            </a:endParaRPr>
          </a:p>
        </p:txBody>
      </p:sp>
      <p:sp>
        <p:nvSpPr>
          <p:cNvPr id="5" name="副标题 4"/>
          <p:cNvSpPr>
            <a:spLocks noGrp="1"/>
          </p:cNvSpPr>
          <p:nvPr>
            <p:ph type="subTitle" idx="1"/>
            <p:custDataLst>
              <p:tags r:id="rId2"/>
            </p:custDataLst>
          </p:nvPr>
        </p:nvSpPr>
        <p:spPr>
          <a:xfrm>
            <a:off x="133985" y="1342072"/>
            <a:ext cx="9144000" cy="1410272"/>
          </a:xfrm>
        </p:spPr>
        <p:txBody>
          <a:bodyPr>
            <a:normAutofit/>
          </a:bodyPr>
          <a:lstStyle/>
          <a:p>
            <a:pPr algn="ctr" fontAlgn="auto"/>
            <a:r>
              <a:rPr lang="zh-CN" altLang="en-US" sz="2600" dirty="0">
                <a:solidFill>
                  <a:schemeClr val="tx1"/>
                </a:solidFill>
              </a:rPr>
              <a:t>导电油墨：</a:t>
            </a:r>
            <a:endParaRPr lang="en-US" altLang="zh-CN" sz="2600" dirty="0">
              <a:solidFill>
                <a:schemeClr val="tx1"/>
              </a:solidFill>
            </a:endParaRPr>
          </a:p>
          <a:p>
            <a:pPr algn="l" fontAlgn="auto">
              <a:spcBef>
                <a:spcPts val="2400"/>
              </a:spcBef>
            </a:pPr>
            <a:r>
              <a:rPr lang="en-US" altLang="zh-CN" dirty="0">
                <a:solidFill>
                  <a:schemeClr val="tx1"/>
                </a:solidFill>
              </a:rPr>
              <a:t>					</a:t>
            </a:r>
            <a:endParaRPr lang="zh-CN" altLang="en-US" dirty="0">
              <a:solidFill>
                <a:schemeClr val="tx1"/>
              </a:solidFill>
            </a:endParaRPr>
          </a:p>
        </p:txBody>
      </p:sp>
      <p:sp>
        <p:nvSpPr>
          <p:cNvPr id="2" name="文本框 1"/>
          <p:cNvSpPr txBox="1"/>
          <p:nvPr/>
        </p:nvSpPr>
        <p:spPr>
          <a:xfrm>
            <a:off x="4705985" y="1919073"/>
            <a:ext cx="4895215" cy="4031873"/>
          </a:xfrm>
          <a:prstGeom prst="rect">
            <a:avLst/>
          </a:prstGeom>
          <a:noFill/>
        </p:spPr>
        <p:txBody>
          <a:bodyPr wrap="square" rtlCol="0">
            <a:spAutoFit/>
          </a:bodyPr>
          <a:lstStyle/>
          <a:p>
            <a:pPr algn="l" fontAlgn="auto">
              <a:spcBef>
                <a:spcPts val="2400"/>
              </a:spcBef>
            </a:pPr>
            <a:r>
              <a:rPr lang="zh-CN" altLang="en-US" sz="2400" dirty="0">
                <a:solidFill>
                  <a:schemeClr val="tx1"/>
                </a:solidFill>
              </a:rPr>
              <a:t>用导电材料</a:t>
            </a:r>
            <a:r>
              <a:rPr lang="en-US" altLang="zh-CN" sz="2400" dirty="0">
                <a:solidFill>
                  <a:schemeClr val="tx1"/>
                </a:solidFill>
              </a:rPr>
              <a:t>(</a:t>
            </a:r>
            <a:r>
              <a:rPr lang="zh-CN" altLang="en-US" sz="2400" dirty="0">
                <a:solidFill>
                  <a:schemeClr val="tx1"/>
                </a:solidFill>
              </a:rPr>
              <a:t>金、银、铜和碳</a:t>
            </a:r>
            <a:r>
              <a:rPr lang="en-US" altLang="zh-CN" sz="2400" dirty="0">
                <a:solidFill>
                  <a:schemeClr val="tx1"/>
                </a:solidFill>
              </a:rPr>
              <a:t>)</a:t>
            </a:r>
            <a:r>
              <a:rPr lang="zh-CN" altLang="en-US" sz="2400" dirty="0">
                <a:solidFill>
                  <a:schemeClr val="tx1"/>
                </a:solidFill>
              </a:rPr>
              <a:t>分散在连结料中制成的糊状油墨，俗称糊剂油墨。</a:t>
            </a:r>
            <a:endParaRPr lang="zh-CN" altLang="en-US" sz="2400" dirty="0">
              <a:solidFill>
                <a:schemeClr val="tx1"/>
              </a:solidFill>
            </a:endParaRPr>
          </a:p>
          <a:p>
            <a:pPr algn="l" fontAlgn="auto">
              <a:spcBef>
                <a:spcPts val="2400"/>
              </a:spcBef>
            </a:pPr>
            <a:r>
              <a:rPr lang="zh-CN" altLang="en-US" sz="2400" dirty="0">
                <a:solidFill>
                  <a:schemeClr val="tx1"/>
                </a:solidFill>
              </a:rPr>
              <a:t>具有一定程度导电性质，可作为印刷导电点或导电线路之用。</a:t>
            </a:r>
            <a:endParaRPr lang="zh-CN" altLang="en-US" sz="2400" dirty="0">
              <a:solidFill>
                <a:schemeClr val="tx1"/>
              </a:solidFill>
            </a:endParaRPr>
          </a:p>
          <a:p>
            <a:pPr algn="l" fontAlgn="auto">
              <a:spcBef>
                <a:spcPts val="2400"/>
              </a:spcBef>
            </a:pPr>
            <a:r>
              <a:rPr lang="zh-CN" altLang="en-US" sz="2400" dirty="0">
                <a:solidFill>
                  <a:schemeClr val="tx1"/>
                </a:solidFill>
              </a:rPr>
              <a:t>金系导电墨、银系导电墨、铜系导电墨、碳系导电墨等已达到实用化，用于印刷电路、电极、电镀底层、键盘接点、印制电阻等材料。</a:t>
            </a:r>
            <a:endParaRPr lang="zh-CN" altLang="en-US" sz="2400" dirty="0">
              <a:solidFill>
                <a:schemeClr val="tx1"/>
              </a:solidFill>
            </a:endParaRPr>
          </a:p>
        </p:txBody>
      </p:sp>
      <p:pic>
        <p:nvPicPr>
          <p:cNvPr id="6" name="图片 5" descr="2021-07-16 20:14:39.060000"/>
          <p:cNvPicPr>
            <a:picLocks noChangeAspect="1"/>
          </p:cNvPicPr>
          <p:nvPr>
            <p:custDataLst>
              <p:tags r:id="rId3"/>
            </p:custDataLst>
          </p:nvPr>
        </p:nvPicPr>
        <p:blipFill>
          <a:blip r:embed="rId4"/>
          <a:srcRect l="2397" t="11506" r="17377" b="8268"/>
          <a:stretch>
            <a:fillRect/>
          </a:stretch>
        </p:blipFill>
        <p:spPr>
          <a:xfrm>
            <a:off x="749300" y="1918970"/>
            <a:ext cx="2750820" cy="4496435"/>
          </a:xfrm>
          <a:prstGeom prst="rect">
            <a:avLst/>
          </a:prstGeom>
        </p:spPr>
      </p:pic>
    </p:spTree>
    <p:custDataLst>
      <p:tags r:id="rId5"/>
    </p:custData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custDataLst>
              <p:tags r:id="rId1"/>
            </p:custDataLst>
          </p:nvPr>
        </p:nvSpPr>
        <p:spPr>
          <a:xfrm>
            <a:off x="-3707130" y="-1045210"/>
            <a:ext cx="11229340" cy="2387600"/>
          </a:xfrm>
        </p:spPr>
        <p:txBody>
          <a:bodyPr/>
          <a:lstStyle/>
          <a:p>
            <a:pPr algn="ctr" fontAlgn="auto"/>
            <a:r>
              <a:rPr lang="zh-CN" altLang="en-US">
                <a:solidFill>
                  <a:schemeClr val="tx1"/>
                </a:solidFill>
              </a:rPr>
              <a:t>硬件</a:t>
            </a:r>
            <a:r>
              <a:rPr lang="en-US" altLang="zh-CN">
                <a:solidFill>
                  <a:schemeClr val="tx1"/>
                </a:solidFill>
              </a:rPr>
              <a:t>介绍</a:t>
            </a:r>
            <a:endParaRPr lang="en-US" altLang="zh-CN">
              <a:solidFill>
                <a:schemeClr val="tx1"/>
              </a:solidFill>
            </a:endParaRPr>
          </a:p>
        </p:txBody>
      </p:sp>
      <p:sp>
        <p:nvSpPr>
          <p:cNvPr id="5" name="副标题 4"/>
          <p:cNvSpPr>
            <a:spLocks noGrp="1"/>
          </p:cNvSpPr>
          <p:nvPr>
            <p:ph type="subTitle" idx="1"/>
            <p:custDataLst>
              <p:tags r:id="rId2"/>
            </p:custDataLst>
          </p:nvPr>
        </p:nvSpPr>
        <p:spPr>
          <a:xfrm>
            <a:off x="133985" y="1342071"/>
            <a:ext cx="9211184" cy="1958913"/>
          </a:xfrm>
        </p:spPr>
        <p:txBody>
          <a:bodyPr>
            <a:normAutofit/>
          </a:bodyPr>
          <a:lstStyle/>
          <a:p>
            <a:pPr algn="ctr" fontAlgn="auto"/>
            <a:r>
              <a:rPr lang="zh-CN" altLang="en-US" sz="2600" dirty="0">
                <a:solidFill>
                  <a:schemeClr val="tx1"/>
                </a:solidFill>
              </a:rPr>
              <a:t>单片机：</a:t>
            </a:r>
            <a:endParaRPr lang="en-US" altLang="zh-CN" sz="2600" dirty="0"/>
          </a:p>
          <a:p>
            <a:pPr algn="l" fontAlgn="auto">
              <a:lnSpc>
                <a:spcPct val="100000"/>
              </a:lnSpc>
              <a:spcBef>
                <a:spcPts val="2400"/>
              </a:spcBef>
              <a:spcAft>
                <a:spcPts val="600"/>
              </a:spcAft>
            </a:pPr>
            <a:r>
              <a:rPr lang="en-US" altLang="zh-CN" dirty="0">
                <a:solidFill>
                  <a:schemeClr val="tx1"/>
                </a:solidFill>
              </a:rPr>
              <a:t>			</a:t>
            </a:r>
            <a:endParaRPr lang="zh-CN" altLang="en-US" dirty="0">
              <a:solidFill>
                <a:schemeClr val="tx1"/>
              </a:solidFill>
            </a:endParaRPr>
          </a:p>
        </p:txBody>
      </p:sp>
      <p:sp>
        <p:nvSpPr>
          <p:cNvPr id="2" name="文本框 1"/>
          <p:cNvSpPr txBox="1"/>
          <p:nvPr/>
        </p:nvSpPr>
        <p:spPr>
          <a:xfrm>
            <a:off x="4542137" y="2081464"/>
            <a:ext cx="5960146" cy="4524315"/>
          </a:xfrm>
          <a:prstGeom prst="rect">
            <a:avLst/>
          </a:prstGeom>
          <a:noFill/>
        </p:spPr>
        <p:txBody>
          <a:bodyPr wrap="square" rtlCol="0">
            <a:spAutoFit/>
          </a:bodyPr>
          <a:lstStyle/>
          <a:p>
            <a:pPr algn="l" fontAlgn="auto">
              <a:lnSpc>
                <a:spcPct val="100000"/>
              </a:lnSpc>
              <a:spcBef>
                <a:spcPts val="2400"/>
              </a:spcBef>
              <a:spcAft>
                <a:spcPts val="600"/>
              </a:spcAft>
            </a:pPr>
            <a:r>
              <a:rPr lang="zh-CN" altLang="en-US" sz="2400" dirty="0"/>
              <a:t>单片机是一种集成电路芯片，是采用超大规模集成电路技术把具有数据处理能力的中央处理器</a:t>
            </a:r>
            <a:r>
              <a:rPr lang="en-US" altLang="zh-CN" sz="2400" dirty="0"/>
              <a:t>CPU</a:t>
            </a:r>
            <a:r>
              <a:rPr lang="zh-CN" altLang="en-US" sz="2400" dirty="0"/>
              <a:t>、随机存储器</a:t>
            </a:r>
            <a:r>
              <a:rPr lang="en-US" altLang="zh-CN" sz="2400" dirty="0"/>
              <a:t>RAM</a:t>
            </a:r>
            <a:r>
              <a:rPr lang="zh-CN" altLang="en-US" sz="2400" dirty="0"/>
              <a:t>、只读存储器</a:t>
            </a:r>
            <a:r>
              <a:rPr lang="en-US" altLang="zh-CN" sz="2400" dirty="0"/>
              <a:t>ROM</a:t>
            </a:r>
            <a:r>
              <a:rPr lang="zh-CN" altLang="en-US" sz="2400" dirty="0"/>
              <a:t>、多种</a:t>
            </a:r>
            <a:r>
              <a:rPr lang="en-US" altLang="zh-CN" sz="2400" dirty="0"/>
              <a:t>I/O</a:t>
            </a:r>
            <a:r>
              <a:rPr lang="zh-CN" altLang="en-US" sz="2400" dirty="0"/>
              <a:t>口和中断系统、定时器</a:t>
            </a:r>
            <a:r>
              <a:rPr lang="en-US" altLang="zh-CN" sz="2400" dirty="0"/>
              <a:t>/</a:t>
            </a:r>
            <a:r>
              <a:rPr lang="zh-CN" altLang="en-US" sz="2400" dirty="0"/>
              <a:t>计数器等功能集成到一块硅片上构成的一个小而完善的微型计算机系统。</a:t>
            </a:r>
            <a:endParaRPr lang="en-US" altLang="zh-CN" sz="2400" dirty="0"/>
          </a:p>
          <a:p>
            <a:pPr algn="l" fontAlgn="auto">
              <a:lnSpc>
                <a:spcPct val="100000"/>
              </a:lnSpc>
              <a:spcBef>
                <a:spcPts val="2400"/>
              </a:spcBef>
              <a:spcAft>
                <a:spcPts val="600"/>
              </a:spcAft>
            </a:pPr>
            <a:r>
              <a:rPr lang="zh-CN" altLang="en-US" sz="2400" dirty="0"/>
              <a:t>简单地说，单片机就是一块芯片，这块芯片组成了一个系统，通过集成电路技术的应用，将数据运算与处理能力集成到芯片中，实现对数据的高速化处理。</a:t>
            </a:r>
            <a:endParaRPr lang="zh-CN" altLang="en-US" sz="2400" dirty="0"/>
          </a:p>
          <a:p>
            <a:endParaRPr lang="zh-CN" altLang="en-US" dirty="0"/>
          </a:p>
        </p:txBody>
      </p:sp>
      <p:pic>
        <p:nvPicPr>
          <p:cNvPr id="3" name="图片 2" descr="2021-07-16 20:16:22.521000"/>
          <p:cNvPicPr>
            <a:picLocks noChangeAspect="1"/>
          </p:cNvPicPr>
          <p:nvPr/>
        </p:nvPicPr>
        <p:blipFill>
          <a:blip r:embed="rId3"/>
          <a:stretch>
            <a:fillRect/>
          </a:stretch>
        </p:blipFill>
        <p:spPr>
          <a:xfrm>
            <a:off x="381000" y="2401570"/>
            <a:ext cx="3896360" cy="3496310"/>
          </a:xfrm>
          <a:prstGeom prst="rect">
            <a:avLst/>
          </a:prstGeom>
        </p:spPr>
      </p:pic>
    </p:spTree>
    <p:custDataLst>
      <p:tags r:id="rId4"/>
    </p:custData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custDataLst>
              <p:tags r:id="rId1"/>
            </p:custDataLst>
          </p:nvPr>
        </p:nvSpPr>
        <p:spPr>
          <a:xfrm>
            <a:off x="-3707130" y="-1045210"/>
            <a:ext cx="11229340" cy="2387600"/>
          </a:xfrm>
        </p:spPr>
        <p:txBody>
          <a:bodyPr/>
          <a:lstStyle/>
          <a:p>
            <a:pPr algn="ctr" fontAlgn="auto"/>
            <a:r>
              <a:rPr lang="zh-CN" altLang="en-US">
                <a:solidFill>
                  <a:schemeClr val="tx1"/>
                </a:solidFill>
              </a:rPr>
              <a:t>软件</a:t>
            </a:r>
            <a:r>
              <a:rPr lang="en-US" altLang="zh-CN">
                <a:solidFill>
                  <a:schemeClr val="tx1"/>
                </a:solidFill>
              </a:rPr>
              <a:t>介绍</a:t>
            </a:r>
            <a:endParaRPr lang="en-US" altLang="zh-CN">
              <a:solidFill>
                <a:schemeClr val="tx1"/>
              </a:solidFill>
            </a:endParaRPr>
          </a:p>
        </p:txBody>
      </p:sp>
      <p:sp>
        <p:nvSpPr>
          <p:cNvPr id="5" name="副标题 4"/>
          <p:cNvSpPr>
            <a:spLocks noGrp="1"/>
          </p:cNvSpPr>
          <p:nvPr>
            <p:ph type="subTitle" idx="1"/>
            <p:custDataLst>
              <p:tags r:id="rId2"/>
            </p:custDataLst>
          </p:nvPr>
        </p:nvSpPr>
        <p:spPr>
          <a:xfrm>
            <a:off x="133985" y="1342073"/>
            <a:ext cx="9144000" cy="1655762"/>
          </a:xfrm>
        </p:spPr>
        <p:txBody>
          <a:bodyPr>
            <a:normAutofit/>
          </a:bodyPr>
          <a:lstStyle/>
          <a:p>
            <a:pPr algn="ctr" fontAlgn="auto"/>
            <a:r>
              <a:rPr lang="en-US" altLang="zh-CN" sz="2600" dirty="0" err="1">
                <a:solidFill>
                  <a:schemeClr val="tx1"/>
                </a:solidFill>
              </a:rPr>
              <a:t>madmapper</a:t>
            </a:r>
            <a:r>
              <a:rPr lang="zh-CN" altLang="en-US" sz="2600" dirty="0">
                <a:solidFill>
                  <a:schemeClr val="tx1"/>
                </a:solidFill>
              </a:rPr>
              <a:t>：</a:t>
            </a:r>
            <a:endParaRPr lang="zh-CN" altLang="en-US" sz="2600" dirty="0">
              <a:solidFill>
                <a:schemeClr val="tx1"/>
              </a:solidFill>
            </a:endParaRPr>
          </a:p>
        </p:txBody>
      </p:sp>
      <p:sp>
        <p:nvSpPr>
          <p:cNvPr id="6" name="文本框 5"/>
          <p:cNvSpPr txBox="1"/>
          <p:nvPr/>
        </p:nvSpPr>
        <p:spPr>
          <a:xfrm>
            <a:off x="4323207" y="2169954"/>
            <a:ext cx="6398006" cy="4185761"/>
          </a:xfrm>
          <a:prstGeom prst="rect">
            <a:avLst/>
          </a:prstGeom>
          <a:noFill/>
        </p:spPr>
        <p:txBody>
          <a:bodyPr wrap="square" rtlCol="0">
            <a:spAutoFit/>
          </a:bodyPr>
          <a:lstStyle/>
          <a:p>
            <a:pPr>
              <a:spcBef>
                <a:spcPts val="2400"/>
              </a:spcBef>
              <a:spcAft>
                <a:spcPts val="600"/>
              </a:spcAft>
            </a:pPr>
            <a:r>
              <a:rPr lang="en-US" altLang="zh-CN" sz="2400" dirty="0" err="1"/>
              <a:t>MadMapper</a:t>
            </a:r>
            <a:r>
              <a:rPr lang="zh-CN" altLang="en-US" sz="2400" dirty="0"/>
              <a:t>是一种先进的视频和光映射工具。</a:t>
            </a:r>
            <a:endParaRPr lang="en-US" altLang="zh-CN" sz="2400" dirty="0"/>
          </a:p>
          <a:p>
            <a:pPr>
              <a:spcBef>
                <a:spcPts val="2400"/>
              </a:spcBef>
              <a:spcAft>
                <a:spcPts val="600"/>
              </a:spcAft>
            </a:pPr>
            <a:r>
              <a:rPr lang="zh-CN" altLang="en-US" sz="2400" dirty="0"/>
              <a:t>可以</a:t>
            </a:r>
            <a:r>
              <a:rPr lang="zh-CN" altLang="en-US" sz="2400" b="0" i="0" dirty="0">
                <a:solidFill>
                  <a:srgbClr val="404040"/>
                </a:solidFill>
                <a:effectLst/>
                <a:latin typeface="Microsoft Yahei" pitchFamily="34" charset="-122"/>
                <a:ea typeface="Microsoft Yahei" pitchFamily="34" charset="-122"/>
              </a:rPr>
              <a:t>同时播放多个视频文件，将它们与实况视频源或生成材料混合，可以</a:t>
            </a:r>
            <a:r>
              <a:rPr lang="zh-CN" altLang="en-US" sz="2400" dirty="0"/>
              <a:t>连接计算机所能处理的投影仪</a:t>
            </a:r>
            <a:r>
              <a:rPr lang="zh-CN" altLang="en-US" sz="2400" b="0" i="0" dirty="0">
                <a:solidFill>
                  <a:srgbClr val="404040"/>
                </a:solidFill>
                <a:effectLst/>
                <a:latin typeface="Microsoft Yahei" pitchFamily="34" charset="-122"/>
                <a:ea typeface="Microsoft Yahei" pitchFamily="34" charset="-122"/>
              </a:rPr>
              <a:t>以及使用</a:t>
            </a:r>
            <a:r>
              <a:rPr lang="en-US" altLang="zh-CN" sz="2400" b="0" i="0" dirty="0">
                <a:solidFill>
                  <a:srgbClr val="404040"/>
                </a:solidFill>
                <a:effectLst/>
                <a:latin typeface="Microsoft Yahei" pitchFamily="34" charset="-122"/>
                <a:ea typeface="Microsoft Yahei" pitchFamily="34" charset="-122"/>
              </a:rPr>
              <a:t>MIDI</a:t>
            </a:r>
            <a:r>
              <a:rPr lang="zh-CN" altLang="en-US" sz="2400" b="0" i="0" dirty="0">
                <a:solidFill>
                  <a:srgbClr val="404040"/>
                </a:solidFill>
                <a:effectLst/>
                <a:latin typeface="Microsoft Yahei" pitchFamily="34" charset="-122"/>
                <a:ea typeface="Microsoft Yahei" pitchFamily="34" charset="-122"/>
              </a:rPr>
              <a:t>、</a:t>
            </a:r>
            <a:r>
              <a:rPr lang="en-US" altLang="zh-CN" sz="2400" b="0" i="0" dirty="0">
                <a:solidFill>
                  <a:srgbClr val="404040"/>
                </a:solidFill>
                <a:effectLst/>
                <a:latin typeface="Microsoft Yahei" pitchFamily="34" charset="-122"/>
                <a:ea typeface="Microsoft Yahei" pitchFamily="34" charset="-122"/>
              </a:rPr>
              <a:t>DMX</a:t>
            </a:r>
            <a:r>
              <a:rPr lang="zh-CN" altLang="en-US" sz="2400" b="0" i="0" dirty="0">
                <a:solidFill>
                  <a:srgbClr val="404040"/>
                </a:solidFill>
                <a:effectLst/>
                <a:latin typeface="Microsoft Yahei" pitchFamily="34" charset="-122"/>
                <a:ea typeface="Microsoft Yahei" pitchFamily="34" charset="-122"/>
              </a:rPr>
              <a:t>、</a:t>
            </a:r>
            <a:r>
              <a:rPr lang="en-US" altLang="zh-CN" sz="2400" b="0" i="0" dirty="0" err="1">
                <a:solidFill>
                  <a:srgbClr val="404040"/>
                </a:solidFill>
                <a:effectLst/>
                <a:latin typeface="Microsoft Yahei" pitchFamily="34" charset="-122"/>
                <a:ea typeface="Microsoft Yahei" pitchFamily="34" charset="-122"/>
              </a:rPr>
              <a:t>ArtNET</a:t>
            </a:r>
            <a:r>
              <a:rPr lang="zh-CN" altLang="en-US" sz="2400" b="0" i="0" dirty="0">
                <a:solidFill>
                  <a:srgbClr val="404040"/>
                </a:solidFill>
                <a:effectLst/>
                <a:latin typeface="Microsoft Yahei" pitchFamily="34" charset="-122"/>
                <a:ea typeface="Microsoft Yahei" pitchFamily="34" charset="-122"/>
              </a:rPr>
              <a:t>、</a:t>
            </a:r>
            <a:r>
              <a:rPr lang="en-US" altLang="zh-CN" sz="2400" b="0" i="0" dirty="0" err="1">
                <a:solidFill>
                  <a:srgbClr val="404040"/>
                </a:solidFill>
                <a:effectLst/>
                <a:latin typeface="Microsoft Yahei" pitchFamily="34" charset="-122"/>
                <a:ea typeface="Microsoft Yahei" pitchFamily="34" charset="-122"/>
              </a:rPr>
              <a:t>sACN</a:t>
            </a:r>
            <a:r>
              <a:rPr lang="zh-CN" altLang="en-US" sz="2400" b="0" i="0" dirty="0">
                <a:solidFill>
                  <a:srgbClr val="404040"/>
                </a:solidFill>
                <a:effectLst/>
                <a:latin typeface="Microsoft Yahei" pitchFamily="34" charset="-122"/>
                <a:ea typeface="Microsoft Yahei" pitchFamily="34" charset="-122"/>
              </a:rPr>
              <a:t>、</a:t>
            </a:r>
            <a:r>
              <a:rPr lang="en-US" altLang="zh-CN" sz="2400" b="0" i="0" dirty="0">
                <a:solidFill>
                  <a:srgbClr val="404040"/>
                </a:solidFill>
                <a:effectLst/>
                <a:latin typeface="Microsoft Yahei" pitchFamily="34" charset="-122"/>
                <a:ea typeface="Microsoft Yahei" pitchFamily="34" charset="-122"/>
              </a:rPr>
              <a:t>OSC</a:t>
            </a:r>
            <a:r>
              <a:rPr lang="zh-CN" altLang="en-US" sz="2400" b="0" i="0" dirty="0">
                <a:solidFill>
                  <a:srgbClr val="404040"/>
                </a:solidFill>
                <a:effectLst/>
                <a:latin typeface="Microsoft Yahei" pitchFamily="34" charset="-122"/>
                <a:ea typeface="Microsoft Yahei" pitchFamily="34" charset="-122"/>
              </a:rPr>
              <a:t>、</a:t>
            </a:r>
            <a:r>
              <a:rPr lang="en-US" altLang="zh-CN" sz="2400" b="0" i="0" dirty="0">
                <a:solidFill>
                  <a:srgbClr val="404040"/>
                </a:solidFill>
                <a:effectLst/>
                <a:latin typeface="Microsoft Yahei" pitchFamily="34" charset="-122"/>
                <a:ea typeface="Microsoft Yahei" pitchFamily="34" charset="-122"/>
              </a:rPr>
              <a:t>Syphon/Spout</a:t>
            </a:r>
            <a:r>
              <a:rPr lang="zh-CN" altLang="en-US" sz="2400" b="0" i="0" dirty="0">
                <a:solidFill>
                  <a:srgbClr val="404040"/>
                </a:solidFill>
                <a:effectLst/>
                <a:latin typeface="Microsoft Yahei" pitchFamily="34" charset="-122"/>
                <a:ea typeface="Microsoft Yahei" pitchFamily="34" charset="-122"/>
              </a:rPr>
              <a:t>与其他应用程序或传感器、灯、马达等沟通交流</a:t>
            </a:r>
            <a:r>
              <a:rPr lang="zh-CN" altLang="en-US" sz="2400" dirty="0"/>
              <a:t>。</a:t>
            </a:r>
            <a:endParaRPr lang="en-US" altLang="zh-CN" sz="2400" dirty="0"/>
          </a:p>
          <a:p>
            <a:pPr algn="l" fontAlgn="auto">
              <a:lnSpc>
                <a:spcPct val="100000"/>
              </a:lnSpc>
              <a:spcBef>
                <a:spcPts val="2400"/>
              </a:spcBef>
              <a:spcAft>
                <a:spcPts val="600"/>
              </a:spcAft>
            </a:pPr>
            <a:r>
              <a:rPr lang="zh-CN" altLang="en-US" sz="2400" dirty="0"/>
              <a:t>软件适合于各种领域，如建筑视频投影，艺术安装，舞台设计和现场表演，它使全球数百个项目成为可能。</a:t>
            </a:r>
            <a:endParaRPr lang="zh-CN" altLang="en-US" dirty="0"/>
          </a:p>
        </p:txBody>
      </p:sp>
      <p:pic>
        <p:nvPicPr>
          <p:cNvPr id="2" name="图片 1" descr="2021-07-16 20:16:41.410000"/>
          <p:cNvPicPr>
            <a:picLocks noChangeAspect="1"/>
          </p:cNvPicPr>
          <p:nvPr/>
        </p:nvPicPr>
        <p:blipFill>
          <a:blip r:embed="rId3"/>
          <a:stretch>
            <a:fillRect/>
          </a:stretch>
        </p:blipFill>
        <p:spPr>
          <a:xfrm>
            <a:off x="156210" y="2609215"/>
            <a:ext cx="4172585" cy="2617470"/>
          </a:xfrm>
          <a:prstGeom prst="rect">
            <a:avLst/>
          </a:prstGeom>
        </p:spPr>
      </p:pic>
    </p:spTree>
    <p:custDataLst>
      <p:tags r:id="rId4"/>
    </p:custData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custDataLst>
              <p:tags r:id="rId1"/>
            </p:custDataLst>
          </p:nvPr>
        </p:nvSpPr>
        <p:spPr>
          <a:xfrm>
            <a:off x="-3707130" y="-1045210"/>
            <a:ext cx="11229340" cy="2387600"/>
          </a:xfrm>
        </p:spPr>
        <p:txBody>
          <a:bodyPr/>
          <a:lstStyle/>
          <a:p>
            <a:pPr algn="ctr" fontAlgn="auto"/>
            <a:r>
              <a:rPr lang="zh-CN" altLang="en-US">
                <a:solidFill>
                  <a:schemeClr val="tx1"/>
                </a:solidFill>
              </a:rPr>
              <a:t>软件</a:t>
            </a:r>
            <a:r>
              <a:rPr lang="en-US" altLang="zh-CN">
                <a:solidFill>
                  <a:schemeClr val="tx1"/>
                </a:solidFill>
              </a:rPr>
              <a:t>介绍</a:t>
            </a:r>
            <a:endParaRPr lang="en-US" altLang="zh-CN">
              <a:solidFill>
                <a:schemeClr val="tx1"/>
              </a:solidFill>
            </a:endParaRPr>
          </a:p>
        </p:txBody>
      </p:sp>
      <p:sp>
        <p:nvSpPr>
          <p:cNvPr id="5" name="副标题 4"/>
          <p:cNvSpPr>
            <a:spLocks noGrp="1"/>
          </p:cNvSpPr>
          <p:nvPr>
            <p:ph type="subTitle" idx="1"/>
            <p:custDataLst>
              <p:tags r:id="rId2"/>
            </p:custDataLst>
          </p:nvPr>
        </p:nvSpPr>
        <p:spPr>
          <a:xfrm>
            <a:off x="0" y="1342390"/>
            <a:ext cx="9144000" cy="1655762"/>
          </a:xfrm>
        </p:spPr>
        <p:txBody>
          <a:bodyPr>
            <a:normAutofit/>
          </a:bodyPr>
          <a:lstStyle/>
          <a:p>
            <a:pPr algn="ctr" fontAlgn="auto"/>
            <a:r>
              <a:rPr lang="en-US" altLang="zh-CN" sz="2600" dirty="0">
                <a:solidFill>
                  <a:schemeClr val="tx1"/>
                </a:solidFill>
              </a:rPr>
              <a:t>Arduino</a:t>
            </a:r>
            <a:r>
              <a:rPr lang="zh-CN" altLang="en-US" sz="2600" dirty="0">
                <a:solidFill>
                  <a:schemeClr val="tx1"/>
                </a:solidFill>
              </a:rPr>
              <a:t>：</a:t>
            </a:r>
            <a:endParaRPr lang="zh-CN" altLang="en-US" sz="2600" dirty="0">
              <a:solidFill>
                <a:schemeClr val="tx1"/>
              </a:solidFill>
            </a:endParaRPr>
          </a:p>
        </p:txBody>
      </p:sp>
      <p:sp>
        <p:nvSpPr>
          <p:cNvPr id="6" name="文本框 5"/>
          <p:cNvSpPr txBox="1"/>
          <p:nvPr/>
        </p:nvSpPr>
        <p:spPr>
          <a:xfrm>
            <a:off x="4399407" y="2028436"/>
            <a:ext cx="5876707" cy="5232202"/>
          </a:xfrm>
          <a:prstGeom prst="rect">
            <a:avLst/>
          </a:prstGeom>
          <a:noFill/>
        </p:spPr>
        <p:txBody>
          <a:bodyPr wrap="square" rtlCol="0">
            <a:spAutoFit/>
          </a:bodyPr>
          <a:lstStyle/>
          <a:p>
            <a:pPr>
              <a:spcBef>
                <a:spcPts val="2400"/>
              </a:spcBef>
              <a:spcAft>
                <a:spcPts val="600"/>
              </a:spcAft>
            </a:pPr>
            <a:r>
              <a:rPr lang="en-US" altLang="zh-CN" sz="2400" dirty="0"/>
              <a:t>Arduino</a:t>
            </a:r>
            <a:r>
              <a:rPr lang="zh-CN" altLang="en-US" sz="2400" dirty="0"/>
              <a:t>是一款便捷灵活、方便上手的开源电子原型平台。包含硬件和软件。</a:t>
            </a:r>
            <a:endParaRPr lang="en-US" altLang="zh-CN" sz="2400" dirty="0"/>
          </a:p>
          <a:p>
            <a:pPr>
              <a:spcBef>
                <a:spcPts val="2400"/>
              </a:spcBef>
              <a:spcAft>
                <a:spcPts val="600"/>
              </a:spcAft>
            </a:pPr>
            <a:r>
              <a:rPr lang="zh-CN" altLang="en-US" sz="2400" b="0" i="0" dirty="0">
                <a:solidFill>
                  <a:srgbClr val="333333"/>
                </a:solidFill>
                <a:effectLst/>
                <a:latin typeface="Arial" charset="0"/>
              </a:rPr>
              <a:t>硬件部分是可以用来做电路连接的</a:t>
            </a:r>
            <a:r>
              <a:rPr lang="en-US" altLang="zh-CN" sz="2400" b="0" i="0" dirty="0">
                <a:solidFill>
                  <a:srgbClr val="333333"/>
                </a:solidFill>
                <a:effectLst/>
                <a:latin typeface="Arial" charset="0"/>
              </a:rPr>
              <a:t>Arduino</a:t>
            </a:r>
            <a:r>
              <a:rPr lang="zh-CN" altLang="en-US" sz="2400" b="0" i="0" dirty="0">
                <a:solidFill>
                  <a:srgbClr val="333333"/>
                </a:solidFill>
                <a:effectLst/>
                <a:latin typeface="Arial" charset="0"/>
              </a:rPr>
              <a:t>电路板；另外一个则是</a:t>
            </a:r>
            <a:r>
              <a:rPr lang="en-US" altLang="zh-CN" sz="2400" b="0" i="0" dirty="0">
                <a:solidFill>
                  <a:srgbClr val="333333"/>
                </a:solidFill>
                <a:effectLst/>
                <a:latin typeface="Arial" charset="0"/>
              </a:rPr>
              <a:t>Arduino IDE</a:t>
            </a:r>
            <a:r>
              <a:rPr lang="zh-CN" altLang="en-US" sz="2400" b="0" i="0" dirty="0">
                <a:solidFill>
                  <a:srgbClr val="333333"/>
                </a:solidFill>
                <a:effectLst/>
                <a:latin typeface="Arial" charset="0"/>
              </a:rPr>
              <a:t>，计算机中的程序开发环境。</a:t>
            </a:r>
            <a:endParaRPr lang="en-US" altLang="zh-CN" sz="2400" dirty="0"/>
          </a:p>
          <a:p>
            <a:pPr>
              <a:spcBef>
                <a:spcPts val="2400"/>
              </a:spcBef>
              <a:spcAft>
                <a:spcPts val="600"/>
              </a:spcAft>
            </a:pPr>
            <a:r>
              <a:rPr lang="en-US" altLang="zh-CN" sz="2400" dirty="0"/>
              <a:t>Arduino</a:t>
            </a:r>
            <a:r>
              <a:rPr lang="zh-CN" altLang="en-US" sz="2400" dirty="0"/>
              <a:t>能通过各种各样的传感器来感知环境，通过控制灯光、马达和其他的装置来反馈、影响环境。</a:t>
            </a:r>
            <a:endParaRPr lang="en-US" altLang="zh-CN" sz="2400" dirty="0"/>
          </a:p>
          <a:p>
            <a:pPr>
              <a:spcBef>
                <a:spcPts val="2400"/>
              </a:spcBef>
              <a:spcAft>
                <a:spcPts val="600"/>
              </a:spcAft>
            </a:pPr>
            <a:endParaRPr lang="en-US" altLang="zh-CN" sz="2400" dirty="0"/>
          </a:p>
          <a:p>
            <a:pPr>
              <a:spcBef>
                <a:spcPts val="2400"/>
              </a:spcBef>
              <a:spcAft>
                <a:spcPts val="600"/>
              </a:spcAft>
            </a:pPr>
            <a:endParaRPr lang="zh-CN" altLang="en-US" dirty="0"/>
          </a:p>
        </p:txBody>
      </p:sp>
      <p:pic>
        <p:nvPicPr>
          <p:cNvPr id="8" name="图片 7" descr="2021-07-16 20:17:38.667000"/>
          <p:cNvPicPr>
            <a:picLocks noChangeAspect="1"/>
          </p:cNvPicPr>
          <p:nvPr/>
        </p:nvPicPr>
        <p:blipFill>
          <a:blip r:embed="rId3"/>
          <a:srcRect r="494"/>
          <a:stretch>
            <a:fillRect/>
          </a:stretch>
        </p:blipFill>
        <p:spPr>
          <a:xfrm>
            <a:off x="595630" y="2183130"/>
            <a:ext cx="3575685" cy="3970020"/>
          </a:xfrm>
          <a:prstGeom prst="rect">
            <a:avLst/>
          </a:prstGeom>
        </p:spPr>
      </p:pic>
    </p:spTree>
    <p:custDataLst>
      <p:tags r:id="rId4"/>
    </p:custData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3237" y="2546623"/>
            <a:ext cx="2845526" cy="1325563"/>
          </a:xfrm>
        </p:spPr>
        <p:txBody>
          <a:bodyPr/>
          <a:lstStyle/>
          <a:p>
            <a:r>
              <a:rPr lang="zh-CN" altLang="en-US" dirty="0"/>
              <a:t>制作过程</a:t>
            </a:r>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94258" y="2863071"/>
            <a:ext cx="2375263" cy="508189"/>
          </a:xfrm>
        </p:spPr>
        <p:txBody>
          <a:bodyPr>
            <a:normAutofit/>
          </a:bodyPr>
          <a:lstStyle/>
          <a:p>
            <a:pPr marL="360045"/>
            <a:r>
              <a:rPr lang="en-US" altLang="zh-CN" sz="1800" dirty="0"/>
              <a:t>1. </a:t>
            </a:r>
            <a:r>
              <a:rPr lang="zh-CN" altLang="en-US" sz="1800" dirty="0"/>
              <a:t>手 绘 图 案</a:t>
            </a:r>
            <a:endParaRPr lang="zh-CN" altLang="en-US" sz="1800" dirty="0"/>
          </a:p>
        </p:txBody>
      </p:sp>
      <p:pic>
        <p:nvPicPr>
          <p:cNvPr id="5" name="图片 4"/>
          <p:cNvPicPr>
            <a:picLocks noChangeAspect="1"/>
          </p:cNvPicPr>
          <p:nvPr/>
        </p:nvPicPr>
        <p:blipFill rotWithShape="1">
          <a:blip r:embed="rId1">
            <a:extLst>
              <a:ext uri="{28A0092B-C50C-407E-A947-70E740481C1C}">
                <a14:useLocalDpi xmlns:a14="http://schemas.microsoft.com/office/drawing/2010/main" val="0"/>
              </a:ext>
            </a:extLst>
          </a:blip>
          <a:srcRect t="32147" r="13753"/>
          <a:stretch>
            <a:fillRect/>
          </a:stretch>
        </p:blipFill>
        <p:spPr>
          <a:xfrm>
            <a:off x="759820" y="313615"/>
            <a:ext cx="5079276" cy="2578227"/>
          </a:xfrm>
          <a:prstGeom prst="rect">
            <a:avLst/>
          </a:prstGeom>
        </p:spPr>
      </p:pic>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79178" y="315920"/>
            <a:ext cx="5079275" cy="2578226"/>
          </a:xfrm>
          <a:prstGeom prst="rect">
            <a:avLst/>
          </a:prstGeom>
        </p:spPr>
      </p:pic>
      <p:sp>
        <p:nvSpPr>
          <p:cNvPr id="8" name="标题 1"/>
          <p:cNvSpPr txBox="1"/>
          <p:nvPr/>
        </p:nvSpPr>
        <p:spPr>
          <a:xfrm>
            <a:off x="7831183" y="2886303"/>
            <a:ext cx="2375263" cy="50818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60045"/>
            <a:r>
              <a:rPr lang="en-US" altLang="zh-CN" sz="1800" dirty="0"/>
              <a:t>2. </a:t>
            </a:r>
            <a:r>
              <a:rPr lang="zh-CN" altLang="en-US" sz="1800" dirty="0"/>
              <a:t>粘贴纸胶带</a:t>
            </a:r>
            <a:endParaRPr lang="zh-CN" altLang="en-US" sz="1800" dirty="0"/>
          </a:p>
        </p:txBody>
      </p:sp>
      <p:pic>
        <p:nvPicPr>
          <p:cNvPr id="10" name="图片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9820" y="3499804"/>
            <a:ext cx="4953002" cy="2578226"/>
          </a:xfrm>
          <a:prstGeom prst="rect">
            <a:avLst/>
          </a:prstGeom>
        </p:spPr>
      </p:pic>
      <p:sp>
        <p:nvSpPr>
          <p:cNvPr id="11" name="标题 1"/>
          <p:cNvSpPr txBox="1"/>
          <p:nvPr/>
        </p:nvSpPr>
        <p:spPr>
          <a:xfrm>
            <a:off x="1816820" y="6171187"/>
            <a:ext cx="2730137" cy="50818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60045"/>
            <a:r>
              <a:rPr lang="en-US" altLang="zh-CN" sz="1800" dirty="0"/>
              <a:t>3. </a:t>
            </a:r>
            <a:r>
              <a:rPr lang="zh-CN" altLang="en-US" sz="1800" dirty="0"/>
              <a:t>涂抹导电油墨</a:t>
            </a:r>
            <a:endParaRPr lang="zh-CN" altLang="en-US" sz="1800" dirty="0"/>
          </a:p>
        </p:txBody>
      </p:sp>
      <p:pic>
        <p:nvPicPr>
          <p:cNvPr id="13" name="图片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79178" y="3499805"/>
            <a:ext cx="5079274" cy="2578225"/>
          </a:xfrm>
          <a:prstGeom prst="rect">
            <a:avLst/>
          </a:prstGeom>
        </p:spPr>
      </p:pic>
      <p:sp>
        <p:nvSpPr>
          <p:cNvPr id="14" name="标题 1"/>
          <p:cNvSpPr txBox="1"/>
          <p:nvPr/>
        </p:nvSpPr>
        <p:spPr>
          <a:xfrm>
            <a:off x="7831183" y="6171186"/>
            <a:ext cx="2375263" cy="50818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60045"/>
            <a:r>
              <a:rPr lang="en-US" altLang="zh-CN" sz="1800" dirty="0"/>
              <a:t>4. </a:t>
            </a:r>
            <a:r>
              <a:rPr lang="zh-CN" altLang="en-US" sz="1800" dirty="0"/>
              <a:t>粘贴铜导线</a:t>
            </a:r>
            <a:endParaRPr lang="zh-CN" alt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内容占位符 4"/>
          <p:cNvPicPr>
            <a:picLocks noChangeAspect="1"/>
          </p:cNvPicPr>
          <p:nvPr/>
        </p:nvPicPr>
        <p:blipFill rotWithShape="1">
          <a:blip r:embed="rId1">
            <a:extLst>
              <a:ext uri="{28A0092B-C50C-407E-A947-70E740481C1C}">
                <a14:useLocalDpi xmlns:a14="http://schemas.microsoft.com/office/drawing/2010/main" val="0"/>
              </a:ext>
            </a:extLst>
          </a:blip>
          <a:srcRect l="23378" b="28797"/>
          <a:stretch>
            <a:fillRect/>
          </a:stretch>
        </p:blipFill>
        <p:spPr>
          <a:xfrm>
            <a:off x="655317" y="388689"/>
            <a:ext cx="5079276" cy="2562568"/>
          </a:xfrm>
          <a:prstGeom prst="rect">
            <a:avLst/>
          </a:prstGeom>
        </p:spPr>
      </p:pic>
      <p:pic>
        <p:nvPicPr>
          <p:cNvPr id="10" name="图片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5317" y="3561209"/>
            <a:ext cx="5079276" cy="2562568"/>
          </a:xfrm>
          <a:prstGeom prst="rect">
            <a:avLst/>
          </a:prstGeom>
        </p:spPr>
      </p:pic>
      <p:sp>
        <p:nvSpPr>
          <p:cNvPr id="11" name="标题 1"/>
          <p:cNvSpPr>
            <a:spLocks noGrp="1"/>
          </p:cNvSpPr>
          <p:nvPr>
            <p:ph type="title"/>
          </p:nvPr>
        </p:nvSpPr>
        <p:spPr>
          <a:xfrm>
            <a:off x="2007323" y="2951257"/>
            <a:ext cx="2375263" cy="508189"/>
          </a:xfrm>
        </p:spPr>
        <p:txBody>
          <a:bodyPr>
            <a:normAutofit/>
          </a:bodyPr>
          <a:lstStyle/>
          <a:p>
            <a:pPr marL="360045"/>
            <a:r>
              <a:rPr lang="en-US" altLang="zh-CN" sz="1800" dirty="0"/>
              <a:t>5. </a:t>
            </a:r>
            <a:r>
              <a:rPr lang="zh-CN" altLang="en-US" sz="1800" dirty="0"/>
              <a:t>制作动效</a:t>
            </a:r>
            <a:endParaRPr lang="zh-CN" altLang="en-US" sz="1800" dirty="0"/>
          </a:p>
        </p:txBody>
      </p:sp>
      <p:sp>
        <p:nvSpPr>
          <p:cNvPr id="12" name="标题 1"/>
          <p:cNvSpPr txBox="1"/>
          <p:nvPr/>
        </p:nvSpPr>
        <p:spPr>
          <a:xfrm>
            <a:off x="7879081" y="2951257"/>
            <a:ext cx="2375263" cy="50818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60045"/>
            <a:r>
              <a:rPr lang="en-US" altLang="zh-CN" sz="1800" dirty="0"/>
              <a:t>6. </a:t>
            </a:r>
            <a:r>
              <a:rPr lang="zh-CN" altLang="en-US" sz="1800" dirty="0"/>
              <a:t>安装设备</a:t>
            </a:r>
            <a:endParaRPr lang="zh-CN" altLang="en-US" sz="1800" dirty="0"/>
          </a:p>
        </p:txBody>
      </p:sp>
      <p:pic>
        <p:nvPicPr>
          <p:cNvPr id="14" name="图片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27076" y="394997"/>
            <a:ext cx="5079275" cy="2556260"/>
          </a:xfrm>
          <a:prstGeom prst="rect">
            <a:avLst/>
          </a:prstGeom>
        </p:spPr>
      </p:pic>
      <p:sp>
        <p:nvSpPr>
          <p:cNvPr id="15" name="标题 1"/>
          <p:cNvSpPr txBox="1"/>
          <p:nvPr/>
        </p:nvSpPr>
        <p:spPr>
          <a:xfrm>
            <a:off x="2007322" y="6202153"/>
            <a:ext cx="2375263" cy="50818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60045"/>
            <a:r>
              <a:rPr lang="en-US" altLang="zh-CN" sz="1800" dirty="0"/>
              <a:t>7. </a:t>
            </a:r>
            <a:r>
              <a:rPr lang="zh-CN" altLang="en-US" sz="1800" dirty="0"/>
              <a:t>调试投影</a:t>
            </a:r>
            <a:endParaRPr lang="zh-CN" altLang="en-US" sz="1800" dirty="0"/>
          </a:p>
        </p:txBody>
      </p:sp>
      <p:pic>
        <p:nvPicPr>
          <p:cNvPr id="17" name="图片 16"/>
          <p:cNvPicPr>
            <a:picLocks noChangeAspect="1"/>
          </p:cNvPicPr>
          <p:nvPr/>
        </p:nvPicPr>
        <p:blipFill rotWithShape="1">
          <a:blip r:embed="rId4">
            <a:extLst>
              <a:ext uri="{28A0092B-C50C-407E-A947-70E740481C1C}">
                <a14:useLocalDpi xmlns:a14="http://schemas.microsoft.com/office/drawing/2010/main" val="0"/>
              </a:ext>
            </a:extLst>
          </a:blip>
          <a:srcRect l="9928" r="6602"/>
          <a:stretch>
            <a:fillRect/>
          </a:stretch>
        </p:blipFill>
        <p:spPr>
          <a:xfrm>
            <a:off x="6527074" y="3588704"/>
            <a:ext cx="5079275" cy="2535073"/>
          </a:xfrm>
          <a:prstGeom prst="rect">
            <a:avLst/>
          </a:prstGeom>
        </p:spPr>
      </p:pic>
      <p:sp>
        <p:nvSpPr>
          <p:cNvPr id="18" name="标题 1"/>
          <p:cNvSpPr txBox="1"/>
          <p:nvPr/>
        </p:nvSpPr>
        <p:spPr>
          <a:xfrm>
            <a:off x="7879079" y="6202152"/>
            <a:ext cx="2375263" cy="50818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60045"/>
            <a:r>
              <a:rPr lang="en-US" altLang="zh-CN" sz="1800" dirty="0"/>
              <a:t>8. </a:t>
            </a:r>
            <a:r>
              <a:rPr lang="zh-CN" altLang="en-US" sz="1800" dirty="0"/>
              <a:t>测试效果</a:t>
            </a:r>
            <a:endParaRPr lang="zh-CN" alt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custDataLst>
              <p:tags r:id="rId1"/>
            </p:custDataLst>
          </p:nvPr>
        </p:nvSpPr>
        <p:spPr/>
        <p:txBody>
          <a:bodyPr/>
          <a:lstStyle/>
          <a:p>
            <a:pPr algn="ctr" fontAlgn="auto"/>
            <a:r>
              <a:rPr lang="zh-CN" altLang="en-US" smtClean="0">
                <a:solidFill>
                  <a:schemeClr val="tx1"/>
                </a:solidFill>
              </a:rPr>
              <a:t>演示视频</a:t>
            </a:r>
            <a:endParaRPr lang="zh-CN" altLang="en-US" smtClean="0">
              <a:solidFill>
                <a:schemeClr val="tx1"/>
              </a:solidFill>
            </a:endParaRPr>
          </a:p>
        </p:txBody>
      </p:sp>
      <p:sp>
        <p:nvSpPr>
          <p:cNvPr id="5" name="副标题 4"/>
          <p:cNvSpPr>
            <a:spLocks noGrp="1"/>
          </p:cNvSpPr>
          <p:nvPr>
            <p:ph type="subTitle" idx="1"/>
            <p:custDataLst>
              <p:tags r:id="rId2"/>
            </p:custDataLst>
          </p:nvPr>
        </p:nvSpPr>
        <p:spPr/>
        <p:txBody>
          <a:bodyPr/>
          <a:lstStyle/>
          <a:p>
            <a:pPr algn="ctr" fontAlgn="auto"/>
            <a:r>
              <a:rPr lang="zh-CN" altLang="en-US" smtClean="0">
                <a:solidFill>
                  <a:schemeClr val="tx1"/>
                </a:solidFill>
              </a:rPr>
              <a:t>请在此处添加副标题</a:t>
            </a:r>
            <a:endParaRPr lang="zh-CN" altLang="en-US" smtClean="0">
              <a:solidFill>
                <a:schemeClr val="tx1"/>
              </a:solidFill>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smtClean="0">
                <a:solidFill>
                  <a:schemeClr val="tx1"/>
                </a:solidFill>
              </a:rPr>
              <a:t>总结与</a:t>
            </a:r>
            <a:r>
              <a:rPr lang="en-US" altLang="zh-CN" smtClean="0">
                <a:solidFill>
                  <a:schemeClr val="tx1"/>
                </a:solidFill>
              </a:rPr>
              <a:t>体会</a:t>
            </a:r>
            <a:endParaRPr lang="en-US" altLang="zh-CN" smtClean="0">
              <a:solidFill>
                <a:schemeClr val="tx1"/>
              </a:solidFill>
            </a:endParaRPr>
          </a:p>
        </p:txBody>
      </p:sp>
      <p:sp>
        <p:nvSpPr>
          <p:cNvPr id="5" name="内容占位符 4"/>
          <p:cNvSpPr>
            <a:spLocks noGrp="1"/>
          </p:cNvSpPr>
          <p:nvPr>
            <p:ph idx="1"/>
            <p:custDataLst>
              <p:tags r:id="rId2"/>
            </p:custDataLst>
          </p:nvPr>
        </p:nvSpPr>
        <p:spPr/>
        <p:txBody>
          <a:bodyPr/>
          <a:lstStyle/>
          <a:p>
            <a:pPr marL="0" indent="0">
              <a:buNone/>
            </a:pPr>
            <a:endParaRPr lang="zh-CN" altLang="en-US" smtClean="0">
              <a:solidFill>
                <a:schemeClr val="tx1"/>
              </a:solidFill>
            </a:endParaRPr>
          </a:p>
          <a:p>
            <a:r>
              <a:rPr lang="zh-CN" altLang="en-US" smtClean="0">
                <a:solidFill>
                  <a:schemeClr val="tx1"/>
                </a:solidFill>
              </a:rPr>
              <a:t>在此次工程实践学习中我们学到了很多，不仅了解了行业前沿的工作情况，学习了专业的电脑软件，还分享了老师们宝贵的工作经验。这些对于我们以后的工作学习都大有裨益，再次感谢辛勤付出的老师们！</a:t>
            </a:r>
            <a:endParaRPr lang="zh-CN" altLang="en-US" smtClean="0">
              <a:solidFill>
                <a:schemeClr val="tx1"/>
              </a:solidFill>
            </a:endParaRPr>
          </a:p>
          <a:p>
            <a:r>
              <a:rPr lang="zh-CN" altLang="en-US" smtClean="0">
                <a:solidFill>
                  <a:schemeClr val="tx1"/>
                </a:solidFill>
              </a:rPr>
              <a:t>除此之外，在我们小组的项目实践中，我们对madmapper及arduino两个软件的使用有了更深入的了解，还知道了如何利用导电油墨的</a:t>
            </a:r>
            <a:r>
              <a:rPr lang="en-US" altLang="zh-CN" smtClean="0">
                <a:solidFill>
                  <a:schemeClr val="tx1"/>
                </a:solidFill>
              </a:rPr>
              <a:t>特性配合电脑软件</a:t>
            </a:r>
            <a:r>
              <a:rPr lang="zh-CN" altLang="en-US" smtClean="0">
                <a:solidFill>
                  <a:schemeClr val="tx1"/>
                </a:solidFill>
              </a:rPr>
              <a:t>和</a:t>
            </a:r>
            <a:r>
              <a:rPr lang="en-US" altLang="zh-CN" smtClean="0">
                <a:solidFill>
                  <a:schemeClr val="tx1"/>
                </a:solidFill>
              </a:rPr>
              <a:t>单片机</a:t>
            </a:r>
            <a:r>
              <a:rPr lang="zh-CN" altLang="en-US" smtClean="0">
                <a:solidFill>
                  <a:schemeClr val="tx1"/>
                </a:solidFill>
              </a:rPr>
              <a:t>等</a:t>
            </a:r>
            <a:r>
              <a:rPr lang="en-US" altLang="zh-CN" smtClean="0">
                <a:solidFill>
                  <a:schemeClr val="tx1"/>
                </a:solidFill>
              </a:rPr>
              <a:t>材料</a:t>
            </a:r>
            <a:r>
              <a:rPr lang="zh-CN" altLang="en-US" smtClean="0">
                <a:solidFill>
                  <a:schemeClr val="tx1"/>
                </a:solidFill>
              </a:rPr>
              <a:t>制作出一份触摸投影互动的作品，最终作品的出现离不开组员们的齐心协力，离不开马晨</a:t>
            </a:r>
            <a:r>
              <a:rPr lang="en-US" altLang="zh-CN" smtClean="0">
                <a:solidFill>
                  <a:schemeClr val="tx1"/>
                </a:solidFill>
              </a:rPr>
              <a:t>老师</a:t>
            </a:r>
            <a:r>
              <a:rPr lang="zh-CN" altLang="en-US" smtClean="0">
                <a:solidFill>
                  <a:schemeClr val="tx1"/>
                </a:solidFill>
              </a:rPr>
              <a:t>的谆谆教导。</a:t>
            </a:r>
            <a:endParaRPr lang="zh-CN" altLang="en-US" smtClean="0">
              <a:solidFill>
                <a:schemeClr val="tx1"/>
              </a:solidFill>
            </a:endParaRPr>
          </a:p>
          <a:p>
            <a:endParaRPr lang="zh-CN" altLang="en-US" smtClean="0">
              <a:solidFill>
                <a:schemeClr val="tx1"/>
              </a:solidFill>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36914" y="315680"/>
            <a:ext cx="2862943" cy="800219"/>
          </a:xfrm>
          <a:prstGeom prst="rect">
            <a:avLst/>
          </a:prstGeom>
          <a:noFill/>
        </p:spPr>
        <p:txBody>
          <a:bodyPr wrap="square" rtlCol="0">
            <a:spAutoFit/>
          </a:bodyPr>
          <a:lstStyle/>
          <a:p>
            <a:r>
              <a:rPr lang="zh-CN" altLang="en-US" sz="2800" dirty="0"/>
              <a:t>小组分工：</a:t>
            </a:r>
            <a:endParaRPr lang="en-US" altLang="zh-CN" sz="2800" dirty="0"/>
          </a:p>
          <a:p>
            <a:endParaRPr lang="zh-CN" altLang="en-US" dirty="0"/>
          </a:p>
        </p:txBody>
      </p:sp>
      <p:sp>
        <p:nvSpPr>
          <p:cNvPr id="4" name="内容占位符 2"/>
          <p:cNvSpPr>
            <a:spLocks noGrp="1"/>
          </p:cNvSpPr>
          <p:nvPr/>
        </p:nvSpPr>
        <p:spPr>
          <a:xfrm>
            <a:off x="3513455" y="52705"/>
            <a:ext cx="5612765" cy="6752590"/>
          </a:xfrm>
          <a:prstGeom prst="rect">
            <a:avLst/>
          </a:prstGeom>
        </p:spPr>
        <p:txBody>
          <a:bodyPr vert="horz" lIns="91440" tIns="45720" rIns="91440" bIns="45720" rtlCol="0">
            <a:normAutofit fontScale="80000"/>
          </a:bodyPr>
          <a:lstStyle>
            <a:lvl1pPr marL="228600" indent="-228600" algn="l" defTabSz="914400" rtl="0" eaLnBrk="1" latinLnBrk="0" hangingPunct="1">
              <a:lnSpc>
                <a:spcPct val="90000"/>
              </a:lnSpc>
              <a:spcBef>
                <a:spcPts val="1000"/>
              </a:spcBef>
              <a:buFont typeface="Arial"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9pPr>
          </a:lstStyle>
          <a:p>
            <a:pPr marL="457200" lvl="1" indent="0" algn="ctr">
              <a:lnSpc>
                <a:spcPct val="80000"/>
              </a:lnSpc>
              <a:spcBef>
                <a:spcPts val="1200"/>
              </a:spcBef>
              <a:buNone/>
            </a:pPr>
            <a:r>
              <a:rPr lang="en-US" altLang="zh-CN" sz="1400" dirty="0"/>
              <a:t>	</a:t>
            </a:r>
            <a:r>
              <a:rPr lang="zh-CN" altLang="en-US" sz="1400" dirty="0">
                <a:latin typeface="+mn-ea"/>
              </a:rPr>
              <a:t>美工：</a:t>
            </a:r>
            <a:endParaRPr lang="en-US" altLang="zh-CN" sz="1400" dirty="0">
              <a:latin typeface="+mn-ea"/>
            </a:endParaRPr>
          </a:p>
          <a:p>
            <a:pPr marL="457200" lvl="1" indent="0" algn="ctr">
              <a:lnSpc>
                <a:spcPct val="80000"/>
              </a:lnSpc>
              <a:spcBef>
                <a:spcPts val="1200"/>
              </a:spcBef>
              <a:buNone/>
            </a:pPr>
            <a:r>
              <a:rPr lang="zh-CN" altLang="en-US" sz="1400" dirty="0">
                <a:latin typeface="+mn-ea"/>
              </a:rPr>
              <a:t>    黄佩瑶    赵子涵  </a:t>
            </a:r>
            <a:endParaRPr lang="zh-CN" altLang="en-US" sz="1400" dirty="0">
              <a:latin typeface="+mn-ea"/>
            </a:endParaRPr>
          </a:p>
          <a:p>
            <a:pPr marL="457200" lvl="1" indent="0" algn="ctr">
              <a:lnSpc>
                <a:spcPct val="80000"/>
              </a:lnSpc>
              <a:spcBef>
                <a:spcPts val="1200"/>
              </a:spcBef>
              <a:buNone/>
            </a:pPr>
            <a:endParaRPr lang="en-US" altLang="zh-CN" sz="1400" dirty="0">
              <a:latin typeface="+mn-ea"/>
            </a:endParaRPr>
          </a:p>
          <a:p>
            <a:pPr marL="457200" lvl="1" indent="0" algn="ctr">
              <a:lnSpc>
                <a:spcPct val="80000"/>
              </a:lnSpc>
              <a:spcBef>
                <a:spcPts val="1200"/>
              </a:spcBef>
              <a:buNone/>
            </a:pPr>
            <a:r>
              <a:rPr lang="en-US" altLang="zh-CN" sz="1400" dirty="0">
                <a:latin typeface="+mn-ea"/>
              </a:rPr>
              <a:t>	</a:t>
            </a:r>
            <a:r>
              <a:rPr lang="zh-CN" altLang="en-US" sz="1400" dirty="0">
                <a:latin typeface="+mn-ea"/>
              </a:rPr>
              <a:t>动效：</a:t>
            </a:r>
            <a:endParaRPr lang="en-US" altLang="zh-CN" sz="1400" dirty="0">
              <a:latin typeface="+mn-ea"/>
            </a:endParaRPr>
          </a:p>
          <a:p>
            <a:pPr marL="457200" lvl="1" indent="0" algn="ctr">
              <a:lnSpc>
                <a:spcPct val="80000"/>
              </a:lnSpc>
              <a:spcBef>
                <a:spcPts val="1200"/>
              </a:spcBef>
              <a:buNone/>
            </a:pPr>
            <a:r>
              <a:rPr lang="zh-CN" altLang="en-US" sz="1400" dirty="0">
                <a:latin typeface="+mn-ea"/>
              </a:rPr>
              <a:t>      杨子函</a:t>
            </a:r>
            <a:endParaRPr lang="en-US" altLang="zh-CN" sz="1400" dirty="0">
              <a:latin typeface="+mn-ea"/>
            </a:endParaRPr>
          </a:p>
          <a:p>
            <a:pPr marL="457200" lvl="1" indent="0" algn="ctr">
              <a:lnSpc>
                <a:spcPct val="80000"/>
              </a:lnSpc>
              <a:spcBef>
                <a:spcPts val="1200"/>
              </a:spcBef>
              <a:buNone/>
            </a:pPr>
            <a:endParaRPr lang="en-US" altLang="zh-CN" sz="1400" dirty="0">
              <a:latin typeface="+mn-ea"/>
            </a:endParaRPr>
          </a:p>
          <a:p>
            <a:pPr marL="457200" lvl="1" indent="0" algn="ctr">
              <a:lnSpc>
                <a:spcPct val="80000"/>
              </a:lnSpc>
              <a:spcBef>
                <a:spcPts val="1200"/>
              </a:spcBef>
              <a:buNone/>
            </a:pPr>
            <a:r>
              <a:rPr lang="en-US" altLang="zh-CN" sz="1400" dirty="0">
                <a:latin typeface="+mn-ea"/>
              </a:rPr>
              <a:t>	</a:t>
            </a:r>
            <a:r>
              <a:rPr lang="zh-CN" altLang="en-US" sz="1400" dirty="0">
                <a:latin typeface="+mn-ea"/>
              </a:rPr>
              <a:t>软硬件</a:t>
            </a:r>
            <a:r>
              <a:rPr lang="en-US" altLang="zh-CN" sz="1400" dirty="0">
                <a:latin typeface="+mn-ea"/>
              </a:rPr>
              <a:t>调试</a:t>
            </a:r>
            <a:r>
              <a:rPr lang="zh-CN" altLang="en-US" sz="1400" dirty="0">
                <a:latin typeface="+mn-ea"/>
              </a:rPr>
              <a:t>及</a:t>
            </a:r>
            <a:r>
              <a:rPr lang="en-US" altLang="zh-CN" sz="1400" dirty="0">
                <a:latin typeface="+mn-ea"/>
              </a:rPr>
              <a:t>连接</a:t>
            </a:r>
            <a:r>
              <a:rPr lang="zh-CN" altLang="en-US" sz="1400" dirty="0">
                <a:latin typeface="+mn-ea"/>
              </a:rPr>
              <a:t>：</a:t>
            </a:r>
            <a:endParaRPr lang="en-US" altLang="zh-CN" sz="1400" dirty="0">
              <a:latin typeface="+mn-ea"/>
            </a:endParaRPr>
          </a:p>
          <a:p>
            <a:pPr marL="457200" lvl="1" indent="0" algn="ctr">
              <a:lnSpc>
                <a:spcPct val="80000"/>
              </a:lnSpc>
              <a:spcBef>
                <a:spcPts val="1200"/>
              </a:spcBef>
              <a:buNone/>
            </a:pPr>
            <a:r>
              <a:rPr lang="zh-CN" altLang="en-US" sz="1400" dirty="0">
                <a:latin typeface="+mn-ea"/>
              </a:rPr>
              <a:t>     康文玥    周文锦</a:t>
            </a:r>
            <a:endParaRPr lang="en-US" altLang="zh-CN" sz="1400" dirty="0">
              <a:latin typeface="+mn-ea"/>
            </a:endParaRPr>
          </a:p>
          <a:p>
            <a:pPr marL="457200" lvl="1" indent="0" algn="ctr">
              <a:lnSpc>
                <a:spcPct val="80000"/>
              </a:lnSpc>
              <a:spcBef>
                <a:spcPts val="1200"/>
              </a:spcBef>
              <a:buNone/>
            </a:pPr>
            <a:endParaRPr lang="zh-CN" altLang="en-US" sz="1400" dirty="0">
              <a:latin typeface="+mn-ea"/>
            </a:endParaRPr>
          </a:p>
          <a:p>
            <a:pPr marL="457200" lvl="1" indent="0" algn="ctr">
              <a:lnSpc>
                <a:spcPct val="80000"/>
              </a:lnSpc>
              <a:spcBef>
                <a:spcPts val="1200"/>
              </a:spcBef>
              <a:buNone/>
            </a:pPr>
            <a:r>
              <a:rPr lang="en-US" altLang="zh-CN" sz="1400" dirty="0">
                <a:latin typeface="+mn-ea"/>
              </a:rPr>
              <a:t>     </a:t>
            </a:r>
            <a:r>
              <a:rPr lang="en-US" altLang="zh-CN" sz="1400" dirty="0" err="1">
                <a:latin typeface="+mn-ea"/>
              </a:rPr>
              <a:t>视</a:t>
            </a:r>
            <a:r>
              <a:rPr lang="zh-CN" altLang="en-US" sz="1400" dirty="0">
                <a:latin typeface="+mn-ea"/>
              </a:rPr>
              <a:t>及</a:t>
            </a:r>
            <a:r>
              <a:rPr lang="en-US" altLang="zh-CN" sz="1400" dirty="0">
                <a:latin typeface="+mn-ea"/>
              </a:rPr>
              <a:t>花絮拍摄</a:t>
            </a:r>
            <a:endParaRPr lang="en-US" altLang="zh-CN" sz="1400" dirty="0">
              <a:latin typeface="+mn-ea"/>
            </a:endParaRPr>
          </a:p>
          <a:p>
            <a:pPr marL="457200" lvl="1" indent="0" algn="ctr">
              <a:lnSpc>
                <a:spcPct val="80000"/>
              </a:lnSpc>
              <a:spcBef>
                <a:spcPts val="1200"/>
              </a:spcBef>
              <a:buNone/>
            </a:pPr>
            <a:r>
              <a:rPr lang="zh-CN" altLang="en-US" sz="1400" dirty="0">
                <a:latin typeface="+mn-ea"/>
              </a:rPr>
              <a:t>    周文锦</a:t>
            </a:r>
            <a:endParaRPr lang="zh-CN" altLang="en-US" sz="1400" dirty="0">
              <a:latin typeface="+mn-ea"/>
            </a:endParaRPr>
          </a:p>
          <a:p>
            <a:pPr marL="457200" lvl="1" indent="0" algn="ctr">
              <a:lnSpc>
                <a:spcPct val="80000"/>
              </a:lnSpc>
              <a:spcBef>
                <a:spcPts val="1200"/>
              </a:spcBef>
              <a:buNone/>
            </a:pPr>
            <a:endParaRPr lang="zh-CN" altLang="en-US" sz="1400" dirty="0">
              <a:latin typeface="+mn-ea"/>
            </a:endParaRPr>
          </a:p>
          <a:p>
            <a:pPr marL="457200" lvl="1" indent="0" algn="ctr">
              <a:lnSpc>
                <a:spcPct val="80000"/>
              </a:lnSpc>
              <a:spcBef>
                <a:spcPts val="1200"/>
              </a:spcBef>
              <a:buNone/>
            </a:pPr>
            <a:r>
              <a:rPr lang="en-US" altLang="zh-CN" sz="1400" dirty="0">
                <a:latin typeface="+mn-ea"/>
              </a:rPr>
              <a:t>	最终效果演示</a:t>
            </a:r>
            <a:r>
              <a:rPr lang="zh-CN" altLang="en-US" sz="1400" dirty="0">
                <a:latin typeface="+mn-ea"/>
              </a:rPr>
              <a:t>：</a:t>
            </a:r>
            <a:endParaRPr lang="zh-CN" altLang="en-US" sz="1400" dirty="0">
              <a:latin typeface="+mn-ea"/>
            </a:endParaRPr>
          </a:p>
          <a:p>
            <a:pPr marL="457200" lvl="1" indent="0" algn="ctr">
              <a:lnSpc>
                <a:spcPct val="80000"/>
              </a:lnSpc>
              <a:spcBef>
                <a:spcPts val="1200"/>
              </a:spcBef>
              <a:buNone/>
            </a:pPr>
            <a:r>
              <a:rPr lang="zh-CN" altLang="en-US" sz="1400" dirty="0">
                <a:latin typeface="+mn-ea"/>
              </a:rPr>
              <a:t>    康文玥</a:t>
            </a:r>
            <a:endParaRPr lang="zh-CN" altLang="en-US" sz="1400" dirty="0">
              <a:latin typeface="+mn-ea"/>
            </a:endParaRPr>
          </a:p>
          <a:p>
            <a:pPr marL="457200" lvl="1" indent="0" algn="ctr">
              <a:lnSpc>
                <a:spcPct val="80000"/>
              </a:lnSpc>
              <a:spcBef>
                <a:spcPts val="1200"/>
              </a:spcBef>
              <a:buNone/>
            </a:pPr>
            <a:endParaRPr lang="zh-CN" altLang="en-US" sz="1400" dirty="0">
              <a:latin typeface="+mn-ea"/>
            </a:endParaRPr>
          </a:p>
          <a:p>
            <a:pPr marL="457200" lvl="1" indent="0" algn="ctr">
              <a:lnSpc>
                <a:spcPct val="80000"/>
              </a:lnSpc>
              <a:spcBef>
                <a:spcPts val="1200"/>
              </a:spcBef>
              <a:buNone/>
            </a:pPr>
            <a:r>
              <a:rPr lang="en-US" altLang="zh-CN" sz="1400" dirty="0">
                <a:latin typeface="+mn-ea"/>
              </a:rPr>
              <a:t>       </a:t>
            </a:r>
            <a:r>
              <a:rPr lang="en-US" altLang="zh-CN" sz="1400" dirty="0" err="1">
                <a:latin typeface="+mn-ea"/>
              </a:rPr>
              <a:t>视频剪辑</a:t>
            </a:r>
            <a:r>
              <a:rPr lang="zh-CN" altLang="en-US" sz="1400" dirty="0">
                <a:latin typeface="+mn-ea"/>
              </a:rPr>
              <a:t>：</a:t>
            </a:r>
            <a:endParaRPr lang="zh-CN" altLang="en-US" sz="1400" dirty="0">
              <a:latin typeface="+mn-ea"/>
            </a:endParaRPr>
          </a:p>
          <a:p>
            <a:pPr marL="457200" lvl="1" indent="0" algn="ctr">
              <a:lnSpc>
                <a:spcPct val="80000"/>
              </a:lnSpc>
              <a:spcBef>
                <a:spcPts val="1200"/>
              </a:spcBef>
              <a:buNone/>
            </a:pPr>
            <a:r>
              <a:rPr lang="en-US" altLang="zh-CN" sz="1400" dirty="0">
                <a:latin typeface="+mn-ea"/>
              </a:rPr>
              <a:t>   </a:t>
            </a:r>
            <a:r>
              <a:rPr lang="en-US" altLang="zh-CN" sz="1400" dirty="0" err="1">
                <a:latin typeface="+mn-ea"/>
              </a:rPr>
              <a:t>黄佩瑶</a:t>
            </a:r>
            <a:endParaRPr lang="en-US" altLang="zh-CN" sz="1400" dirty="0" err="1">
              <a:latin typeface="+mn-ea"/>
            </a:endParaRPr>
          </a:p>
          <a:p>
            <a:pPr marL="457200" lvl="1" indent="0" algn="ctr">
              <a:lnSpc>
                <a:spcPct val="80000"/>
              </a:lnSpc>
              <a:spcBef>
                <a:spcPts val="1200"/>
              </a:spcBef>
              <a:buNone/>
            </a:pPr>
            <a:endParaRPr lang="en-US" altLang="zh-CN" sz="1400" dirty="0">
              <a:latin typeface="+mn-ea"/>
            </a:endParaRPr>
          </a:p>
          <a:p>
            <a:pPr marL="457200" lvl="1" indent="0" algn="ctr">
              <a:lnSpc>
                <a:spcPct val="80000"/>
              </a:lnSpc>
              <a:spcBef>
                <a:spcPts val="1200"/>
              </a:spcBef>
              <a:buNone/>
            </a:pPr>
            <a:r>
              <a:rPr lang="en-US" altLang="zh-CN" sz="1400" dirty="0">
                <a:latin typeface="+mn-ea"/>
              </a:rPr>
              <a:t>       ppt制作</a:t>
            </a:r>
            <a:r>
              <a:rPr lang="zh-CN" altLang="en-US" sz="1400" dirty="0">
                <a:latin typeface="+mn-ea"/>
              </a:rPr>
              <a:t>：</a:t>
            </a:r>
            <a:endParaRPr lang="zh-CN" altLang="en-US" sz="1400" dirty="0">
              <a:latin typeface="+mn-ea"/>
            </a:endParaRPr>
          </a:p>
          <a:p>
            <a:pPr marL="457200" lvl="1" indent="0" algn="ctr">
              <a:lnSpc>
                <a:spcPct val="80000"/>
              </a:lnSpc>
              <a:spcBef>
                <a:spcPts val="1200"/>
              </a:spcBef>
              <a:buNone/>
            </a:pPr>
            <a:r>
              <a:rPr lang="en-US" altLang="zh-CN" sz="1400" dirty="0">
                <a:latin typeface="+mn-ea"/>
              </a:rPr>
              <a:t>   赵子涵 </a:t>
            </a:r>
            <a:r>
              <a:rPr lang="zh-CN" altLang="en-US" sz="1400" dirty="0">
                <a:latin typeface="+mn-ea"/>
              </a:rPr>
              <a:t>杨子函</a:t>
            </a:r>
            <a:endParaRPr lang="zh-CN" altLang="en-US" sz="1400" dirty="0">
              <a:latin typeface="+mn-ea"/>
            </a:endParaRPr>
          </a:p>
          <a:p>
            <a:pPr marL="457200" lvl="1" indent="0" algn="ctr">
              <a:lnSpc>
                <a:spcPct val="80000"/>
              </a:lnSpc>
              <a:spcBef>
                <a:spcPts val="1200"/>
              </a:spcBef>
              <a:buNone/>
            </a:pPr>
            <a:endParaRPr lang="zh-CN" altLang="en-US" sz="1400" dirty="0">
              <a:latin typeface="+mn-ea"/>
            </a:endParaRPr>
          </a:p>
          <a:p>
            <a:pPr marL="457200" lvl="1" indent="0" algn="ctr">
              <a:lnSpc>
                <a:spcPct val="80000"/>
              </a:lnSpc>
              <a:spcBef>
                <a:spcPts val="1200"/>
              </a:spcBef>
              <a:buNone/>
            </a:pPr>
            <a:r>
              <a:rPr lang="en-US" altLang="zh-CN" sz="1400" dirty="0">
                <a:latin typeface="+mn-ea"/>
              </a:rPr>
              <a:t>     </a:t>
            </a:r>
            <a:r>
              <a:rPr lang="en-US" altLang="zh-CN" sz="1400" dirty="0" err="1">
                <a:latin typeface="+mn-ea"/>
              </a:rPr>
              <a:t>组装</a:t>
            </a:r>
            <a:r>
              <a:rPr lang="zh-CN" altLang="en-US" sz="1400" dirty="0">
                <a:latin typeface="+mn-ea"/>
              </a:rPr>
              <a:t>：</a:t>
            </a:r>
            <a:endParaRPr lang="zh-CN" altLang="en-US" sz="1400" dirty="0">
              <a:latin typeface="+mn-ea"/>
            </a:endParaRPr>
          </a:p>
          <a:p>
            <a:pPr marL="457200" lvl="1" indent="0" algn="ctr">
              <a:lnSpc>
                <a:spcPct val="80000"/>
              </a:lnSpc>
              <a:spcBef>
                <a:spcPts val="1200"/>
              </a:spcBef>
              <a:buNone/>
            </a:pPr>
            <a:r>
              <a:rPr lang="en-US" altLang="zh-CN" sz="1400" dirty="0">
                <a:latin typeface="+mn-ea"/>
              </a:rPr>
              <a:t>  </a:t>
            </a:r>
            <a:r>
              <a:rPr lang="en-US" altLang="zh-CN" sz="1400" dirty="0" err="1">
                <a:latin typeface="+mn-ea"/>
              </a:rPr>
              <a:t>全体小组成员</a:t>
            </a:r>
            <a:endParaRPr lang="en-US" altLang="zh-CN" sz="1400" dirty="0">
              <a:latin typeface="+mn-ea"/>
            </a:endParaRPr>
          </a:p>
          <a:p>
            <a:pPr marL="457200" lvl="1" indent="0">
              <a:buNone/>
            </a:pPr>
            <a:endParaRPr lang="zh-CN" alt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custDataLst>
              <p:tags r:id="rId1"/>
            </p:custDataLst>
          </p:nvPr>
        </p:nvSpPr>
        <p:spPr/>
        <p:txBody>
          <a:bodyPr/>
          <a:lstStyle/>
          <a:p>
            <a:pPr algn="ctr" fontAlgn="auto"/>
            <a:r>
              <a:rPr lang="en-US" altLang="zh-CN" smtClean="0">
                <a:solidFill>
                  <a:schemeClr val="tx1"/>
                </a:solidFill>
              </a:rPr>
              <a:t>Thanks</a:t>
            </a:r>
            <a:r>
              <a:rPr lang="zh-CN" altLang="en-US" smtClean="0">
                <a:solidFill>
                  <a:schemeClr val="tx1"/>
                </a:solidFill>
              </a:rPr>
              <a:t>～</a:t>
            </a:r>
            <a:endParaRPr lang="zh-CN" altLang="en-US" smtClean="0">
              <a:solidFill>
                <a:schemeClr val="tx1"/>
              </a:solidFill>
            </a:endParaRPr>
          </a:p>
        </p:txBody>
      </p:sp>
      <p:sp>
        <p:nvSpPr>
          <p:cNvPr id="5" name="副标题 4"/>
          <p:cNvSpPr>
            <a:spLocks noGrp="1"/>
          </p:cNvSpPr>
          <p:nvPr>
            <p:ph type="subTitle" idx="1"/>
            <p:custDataLst>
              <p:tags r:id="rId2"/>
            </p:custDataLst>
          </p:nvPr>
        </p:nvSpPr>
        <p:spPr/>
        <p:txBody>
          <a:bodyPr/>
          <a:lstStyle/>
          <a:p>
            <a:pPr algn="ctr" fontAlgn="auto"/>
            <a:r>
              <a:rPr lang="en-US" altLang="zh-CN" smtClean="0">
                <a:solidFill>
                  <a:schemeClr val="tx1"/>
                </a:solidFill>
              </a:rPr>
              <a:t> </a:t>
            </a:r>
            <a:endParaRPr lang="en-US" altLang="zh-CN" smtClean="0">
              <a:solidFill>
                <a:schemeClr val="tx1"/>
              </a:solidFill>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tags/tag1.xml><?xml version="1.0" encoding="utf-8"?>
<p:tagLst xmlns:p="http://schemas.openxmlformats.org/presentationml/2006/main">
  <p:tag name="KSO_WM_TEMPLATE_CATEGORY" val="preset"/>
  <p:tag name="KSO_WM_TEMPLATE_INDEX" val="11"/>
  <p:tag name="KSO_WM_UNIT_TYPE" val="a"/>
  <p:tag name="KSO_WM_UNIT_INDEX" val="1"/>
  <p:tag name="KSO_WM_UNIT_ID" val="256*a*1"/>
  <p:tag name="KSO_WM_UNIT_CLEAR" val="1"/>
  <p:tag name="KSO_WM_UNIT_LAYERLEVEL" val="1"/>
  <p:tag name="KSO_WM_UNIT_VALUE" val="26"/>
  <p:tag name="KSO_WM_UNIT_ISCONTENTSTITLE" val="0"/>
  <p:tag name="KSO_WM_UNIT_HIGHLIGHT" val="0"/>
  <p:tag name="KSO_WM_UNIT_COMPATIBLE" val="0"/>
  <p:tag name="KSO_WM_UNIT_PRESET_TEXT" val="请在此处添加标题"/>
  <p:tag name="KSO_WM_BEAUTIFY_FLAG" val="#wm#"/>
  <p:tag name="KSO_WM_TAG_VERSION" val="1.0"/>
</p:tagLst>
</file>

<file path=ppt/tags/tag2.xml><?xml version="1.0" encoding="utf-8"?>
<p:tagLst xmlns:p="http://schemas.openxmlformats.org/presentationml/2006/main">
  <p:tag name="KSO_WM_TEMPLATE_CATEGORY" val="preset"/>
  <p:tag name="KSO_WM_TEMPLATE_INDEX" val="11"/>
  <p:tag name="KSO_WM_UNIT_TYPE" val="b"/>
  <p:tag name="KSO_WM_UNIT_INDEX" val="1"/>
  <p:tag name="KSO_WM_UNIT_ID" val="256*b*1"/>
  <p:tag name="KSO_WM_UNIT_CLEAR" val="1"/>
  <p:tag name="KSO_WM_UNIT_LAYERLEVEL" val="1"/>
  <p:tag name="KSO_WM_UNIT_VALUE" val="140"/>
  <p:tag name="KSO_WM_UNIT_ISCONTENTSTITLE" val="0"/>
  <p:tag name="KSO_WM_UNIT_HIGHLIGHT" val="0"/>
  <p:tag name="KSO_WM_UNIT_COMPATIBLE" val="0"/>
  <p:tag name="KSO_WM_UNIT_PRESET_TEXT" val="请在此处添加副标题"/>
  <p:tag name="KSO_WM_BEAUTIFY_FLAG" val="#wm#"/>
  <p:tag name="KSO_WM_TAG_VERSION" val="1.0"/>
</p:tagLst>
</file>

<file path=ppt/tags/tag3.xml><?xml version="1.0" encoding="utf-8"?>
<p:tagLst xmlns:p="http://schemas.openxmlformats.org/presentationml/2006/main">
  <p:tag name="KSO_WM_TEMPLATE_CATEGORY" val="preset"/>
  <p:tag name="KSO_WM_TEMPLATE_INDEX" val="11"/>
  <p:tag name="KSO_WM_TAG_VERSION" val="1.0"/>
  <p:tag name="KSO_WM_SLIDE_ID" val="preset11_1"/>
  <p:tag name="KSO_WM_SLIDE_INDEX" val="1"/>
  <p:tag name="KSO_WM_SLIDE_ITEM_CNT" val="2"/>
  <p:tag name="KSO_WM_SLIDE_LAYOUT" val="a_b"/>
  <p:tag name="KSO_WM_SLIDE_LAYOUT_CNT" val="1_1"/>
  <p:tag name="KSO_WM_SLIDE_TYPE" val="title"/>
  <p:tag name="KSO_WM_BEAUTIFY_FLAG" val="#wm#"/>
</p:tagLst>
</file>

<file path=ppt/tags/tag4.xml><?xml version="1.0" encoding="utf-8"?>
<p:tagLst xmlns:p="http://schemas.openxmlformats.org/presentationml/2006/main">
  <p:tag name="KSO_WM_TEMPLATE_CATEGORY" val="preset"/>
  <p:tag name="KSO_WM_TEMPLATE_INDEX" val="11"/>
  <p:tag name="KSO_WM_UNIT_TYPE" val="a"/>
  <p:tag name="KSO_WM_UNIT_INDEX" val="1"/>
  <p:tag name="KSO_WM_UNIT_ID" val="259*a*1"/>
  <p:tag name="KSO_WM_UNIT_CLEAR" val="1"/>
  <p:tag name="KSO_WM_UNIT_LAYERLEVEL" val="1"/>
  <p:tag name="KSO_WM_UNIT_VALUE" val="40"/>
  <p:tag name="KSO_WM_UNIT_ISCONTENTSTITLE" val="0"/>
  <p:tag name="KSO_WM_UNIT_HIGHLIGHT" val="0"/>
  <p:tag name="KSO_WM_UNIT_COMPATIBLE" val="0"/>
  <p:tag name="KSO_WM_UNIT_PRESET_TEXT" val="请在此处添加标题"/>
  <p:tag name="KSO_WM_BEAUTIFY_FLAG" val="#wm#"/>
  <p:tag name="KSO_WM_TAG_VERSION" val="1.0"/>
</p:tagLst>
</file>

<file path=ppt/tags/tag5.xml><?xml version="1.0" encoding="utf-8"?>
<p:tagLst xmlns:p="http://schemas.openxmlformats.org/presentationml/2006/main">
  <p:tag name="KSO_WM_TEMPLATE_CATEGORY" val="preset"/>
  <p:tag name="KSO_WM_TEMPLATE_INDEX" val="11"/>
  <p:tag name="KSO_WM_UNIT_TYPE" val="f"/>
  <p:tag name="KSO_WM_UNIT_INDEX" val="1"/>
  <p:tag name="KSO_WM_UNIT_ID" val="259*f*1"/>
  <p:tag name="KSO_WM_UNIT_CLEAR" val="1"/>
  <p:tag name="KSO_WM_UNIT_LAYERLEVEL" val="1"/>
  <p:tag name="KSO_WM_UNIT_VALUE" val="319"/>
  <p:tag name="KSO_WM_UNIT_HIGHLIGHT" val="0"/>
  <p:tag name="KSO_WM_UNIT_COMPATIBLE" val="0"/>
  <p:tag name="KSO_WM_UNIT_PRESET_TEXT" val="请在此处添加文本"/>
  <p:tag name="KSO_WM_BEAUTIFY_FLAG" val="#wm#"/>
  <p:tag name="KSO_WM_TAG_VERSION" val="1.0"/>
</p:tagLst>
</file>

<file path=ppt/tags/tag6.xml><?xml version="1.0" encoding="utf-8"?>
<p:tagLst xmlns:p="http://schemas.openxmlformats.org/presentationml/2006/main">
  <p:tag name="KSO_WM_TEMPLATE_CATEGORY" val="preset"/>
  <p:tag name="KSO_WM_TEMPLATE_INDEX" val="11"/>
  <p:tag name="KSO_WM_TAG_VERSION" val="1.0"/>
  <p:tag name="KSO_WM_SLIDE_ID" val="preset11_2"/>
  <p:tag name="KSO_WM_SLIDE_INDEX" val="2"/>
  <p:tag name="KSO_WM_SLIDE_ITEM_CNT" val="1"/>
  <p:tag name="KSO_WM_SLIDE_LAYOUT" val="a_f"/>
  <p:tag name="KSO_WM_SLIDE_LAYOUT_CNT" val="1_1"/>
  <p:tag name="KSO_WM_SLIDE_TYPE" val="text"/>
  <p:tag name="KSO_WM_BEAUTIFY_FLAG" val="#wm#"/>
  <p:tag name="KSO_WM_SLIDE_POSITION" val="66*144"/>
  <p:tag name="KSO_WM_SLIDE_SIZE" val="828*343"/>
</p:tagLst>
</file>

<file path=ppt/tags/tag7.xml><?xml version="1.0" encoding="utf-8"?>
<p:tagLst xmlns:p="http://schemas.openxmlformats.org/presentationml/2006/main">
  <p:tag name="KSO_WM_TEMPLATE_CATEGORY" val="preset"/>
  <p:tag name="KSO_WM_TEMPLATE_INDEX" val="11"/>
  <p:tag name="KSO_WM_UNIT_TYPE" val="a"/>
  <p:tag name="KSO_WM_UNIT_INDEX" val="1"/>
  <p:tag name="KSO_WM_UNIT_ID" val="256*a*1"/>
  <p:tag name="KSO_WM_UNIT_CLEAR" val="1"/>
  <p:tag name="KSO_WM_UNIT_LAYERLEVEL" val="1"/>
  <p:tag name="KSO_WM_UNIT_VALUE" val="26"/>
  <p:tag name="KSO_WM_UNIT_ISCONTENTSTITLE" val="0"/>
  <p:tag name="KSO_WM_UNIT_HIGHLIGHT" val="0"/>
  <p:tag name="KSO_WM_UNIT_COMPATIBLE" val="0"/>
  <p:tag name="KSO_WM_UNIT_PRESET_TEXT" val="请在此处添加标题"/>
  <p:tag name="KSO_WM_BEAUTIFY_FLAG" val="#wm#"/>
  <p:tag name="KSO_WM_TAG_VERSION" val="1.0"/>
</p:tagLst>
</file>

<file path=ppt/tags/tag8.xml><?xml version="1.0" encoding="utf-8"?>
<p:tagLst xmlns:p="http://schemas.openxmlformats.org/presentationml/2006/main">
  <p:tag name="KSO_WM_TEMPLATE_CATEGORY" val="preset"/>
  <p:tag name="KSO_WM_TEMPLATE_INDEX" val="11"/>
  <p:tag name="KSO_WM_UNIT_TYPE" val="a"/>
  <p:tag name="KSO_WM_UNIT_INDEX" val="1"/>
  <p:tag name="KSO_WM_UNIT_ID" val="256*a*1"/>
  <p:tag name="KSO_WM_UNIT_CLEAR" val="1"/>
  <p:tag name="KSO_WM_UNIT_LAYERLEVEL" val="1"/>
  <p:tag name="KSO_WM_UNIT_VALUE" val="26"/>
  <p:tag name="KSO_WM_UNIT_ISCONTENTSTITLE" val="0"/>
  <p:tag name="KSO_WM_UNIT_HIGHLIGHT" val="0"/>
  <p:tag name="KSO_WM_UNIT_COMPATIBLE" val="0"/>
  <p:tag name="KSO_WM_UNIT_PRESET_TEXT" val="请在此处添加标题"/>
  <p:tag name="KSO_WM_BEAUTIFY_FLAG" val="#wm#"/>
  <p:tag name="KSO_WM_TAG_VERSION" val="1.0"/>
</p:tagLst>
</file>

<file path=ppt/tags/tag9.xml><?xml version="1.0" encoding="utf-8"?>
<p:tagLst xmlns:p="http://schemas.openxmlformats.org/presentationml/2006/main">
  <p:tag name="KSO_WM_TEMPLATE_CATEGORY" val="preset"/>
  <p:tag name="KSO_WM_TEMPLATE_INDEX" val="11"/>
  <p:tag name="KSO_WM_UNIT_TYPE" val="b"/>
  <p:tag name="KSO_WM_UNIT_INDEX" val="1"/>
  <p:tag name="KSO_WM_UNIT_ID" val="256*b*1"/>
  <p:tag name="KSO_WM_UNIT_CLEAR" val="1"/>
  <p:tag name="KSO_WM_UNIT_LAYERLEVEL" val="1"/>
  <p:tag name="KSO_WM_UNIT_VALUE" val="140"/>
  <p:tag name="KSO_WM_UNIT_ISCONTENTSTITLE" val="0"/>
  <p:tag name="KSO_WM_UNIT_HIGHLIGHT" val="0"/>
  <p:tag name="KSO_WM_UNIT_COMPATIBLE" val="0"/>
  <p:tag name="KSO_WM_UNIT_PRESET_TEXT" val="请在此处添加副标题"/>
  <p:tag name="KSO_WM_BEAUTIFY_FLAG" val="#wm#"/>
  <p:tag name="KSO_WM_TAG_VERSION" val="1.0"/>
</p:tagLst>
</file>

<file path=ppt/tags/tag10.xml><?xml version="1.0" encoding="utf-8"?>
<p:tagLst xmlns:p="http://schemas.openxmlformats.org/presentationml/2006/main">
  <p:tag name="KSO_WM_UNIT_CREATIVECROP_PICSHAPE_ID" val="3"/>
</p:tagLst>
</file>

<file path=ppt/tags/tag11.xml><?xml version="1.0" encoding="utf-8"?>
<p:tagLst xmlns:p="http://schemas.openxmlformats.org/presentationml/2006/main">
  <p:tag name="KSO_WM_TEMPLATE_CATEGORY" val="preset"/>
  <p:tag name="KSO_WM_TEMPLATE_INDEX" val="11"/>
  <p:tag name="KSO_WM_TAG_VERSION" val="1.0"/>
  <p:tag name="KSO_WM_SLIDE_ID" val="preset11_1"/>
  <p:tag name="KSO_WM_SLIDE_INDEX" val="1"/>
  <p:tag name="KSO_WM_SLIDE_ITEM_CNT" val="2"/>
  <p:tag name="KSO_WM_SLIDE_LAYOUT" val="a_b"/>
  <p:tag name="KSO_WM_SLIDE_LAYOUT_CNT" val="1_1"/>
  <p:tag name="KSO_WM_SLIDE_TYPE" val="title"/>
  <p:tag name="KSO_WM_BEAUTIFY_FLAG" val="#wm#"/>
</p:tagLst>
</file>

<file path=ppt/tags/tag12.xml><?xml version="1.0" encoding="utf-8"?>
<p:tagLst xmlns:p="http://schemas.openxmlformats.org/presentationml/2006/main">
  <p:tag name="KSO_WM_TEMPLATE_CATEGORY" val="preset"/>
  <p:tag name="KSO_WM_TEMPLATE_INDEX" val="11"/>
  <p:tag name="KSO_WM_UNIT_TYPE" val="a"/>
  <p:tag name="KSO_WM_UNIT_INDEX" val="1"/>
  <p:tag name="KSO_WM_UNIT_ID" val="256*a*1"/>
  <p:tag name="KSO_WM_UNIT_CLEAR" val="1"/>
  <p:tag name="KSO_WM_UNIT_LAYERLEVEL" val="1"/>
  <p:tag name="KSO_WM_UNIT_VALUE" val="26"/>
  <p:tag name="KSO_WM_UNIT_ISCONTENTSTITLE" val="0"/>
  <p:tag name="KSO_WM_UNIT_HIGHLIGHT" val="0"/>
  <p:tag name="KSO_WM_UNIT_COMPATIBLE" val="0"/>
  <p:tag name="KSO_WM_UNIT_PRESET_TEXT" val="请在此处添加标题"/>
  <p:tag name="KSO_WM_BEAUTIFY_FLAG" val="#wm#"/>
  <p:tag name="KSO_WM_TAG_VERSION" val="1.0"/>
</p:tagLst>
</file>

<file path=ppt/tags/tag13.xml><?xml version="1.0" encoding="utf-8"?>
<p:tagLst xmlns:p="http://schemas.openxmlformats.org/presentationml/2006/main">
  <p:tag name="KSO_WM_TEMPLATE_CATEGORY" val="preset"/>
  <p:tag name="KSO_WM_TEMPLATE_INDEX" val="11"/>
  <p:tag name="KSO_WM_UNIT_TYPE" val="b"/>
  <p:tag name="KSO_WM_UNIT_INDEX" val="1"/>
  <p:tag name="KSO_WM_UNIT_ID" val="256*b*1"/>
  <p:tag name="KSO_WM_UNIT_CLEAR" val="1"/>
  <p:tag name="KSO_WM_UNIT_LAYERLEVEL" val="1"/>
  <p:tag name="KSO_WM_UNIT_VALUE" val="140"/>
  <p:tag name="KSO_WM_UNIT_ISCONTENTSTITLE" val="0"/>
  <p:tag name="KSO_WM_UNIT_HIGHLIGHT" val="0"/>
  <p:tag name="KSO_WM_UNIT_COMPATIBLE" val="0"/>
  <p:tag name="KSO_WM_UNIT_PRESET_TEXT" val="请在此处添加副标题"/>
  <p:tag name="KSO_WM_BEAUTIFY_FLAG" val="#wm#"/>
  <p:tag name="KSO_WM_TAG_VERSION" val="1.0"/>
</p:tagLst>
</file>

<file path=ppt/tags/tag14.xml><?xml version="1.0" encoding="utf-8"?>
<p:tagLst xmlns:p="http://schemas.openxmlformats.org/presentationml/2006/main">
  <p:tag name="KSO_WM_TEMPLATE_CATEGORY" val="preset"/>
  <p:tag name="KSO_WM_TEMPLATE_INDEX" val="11"/>
  <p:tag name="KSO_WM_TAG_VERSION" val="1.0"/>
  <p:tag name="KSO_WM_SLIDE_ID" val="preset11_1"/>
  <p:tag name="KSO_WM_SLIDE_INDEX" val="1"/>
  <p:tag name="KSO_WM_SLIDE_ITEM_CNT" val="2"/>
  <p:tag name="KSO_WM_SLIDE_LAYOUT" val="a_b"/>
  <p:tag name="KSO_WM_SLIDE_LAYOUT_CNT" val="1_1"/>
  <p:tag name="KSO_WM_SLIDE_TYPE" val="title"/>
  <p:tag name="KSO_WM_BEAUTIFY_FLAG" val="#wm#"/>
</p:tagLst>
</file>

<file path=ppt/tags/tag15.xml><?xml version="1.0" encoding="utf-8"?>
<p:tagLst xmlns:p="http://schemas.openxmlformats.org/presentationml/2006/main">
  <p:tag name="KSO_WM_TEMPLATE_CATEGORY" val="preset"/>
  <p:tag name="KSO_WM_TEMPLATE_INDEX" val="11"/>
  <p:tag name="KSO_WM_UNIT_TYPE" val="a"/>
  <p:tag name="KSO_WM_UNIT_INDEX" val="1"/>
  <p:tag name="KSO_WM_UNIT_ID" val="256*a*1"/>
  <p:tag name="KSO_WM_UNIT_CLEAR" val="1"/>
  <p:tag name="KSO_WM_UNIT_LAYERLEVEL" val="1"/>
  <p:tag name="KSO_WM_UNIT_VALUE" val="26"/>
  <p:tag name="KSO_WM_UNIT_ISCONTENTSTITLE" val="0"/>
  <p:tag name="KSO_WM_UNIT_HIGHLIGHT" val="0"/>
  <p:tag name="KSO_WM_UNIT_COMPATIBLE" val="0"/>
  <p:tag name="KSO_WM_UNIT_PRESET_TEXT" val="请在此处添加标题"/>
  <p:tag name="KSO_WM_BEAUTIFY_FLAG" val="#wm#"/>
  <p:tag name="KSO_WM_TAG_VERSION" val="1.0"/>
</p:tagLst>
</file>

<file path=ppt/tags/tag16.xml><?xml version="1.0" encoding="utf-8"?>
<p:tagLst xmlns:p="http://schemas.openxmlformats.org/presentationml/2006/main">
  <p:tag name="KSO_WM_TEMPLATE_CATEGORY" val="preset"/>
  <p:tag name="KSO_WM_TEMPLATE_INDEX" val="11"/>
  <p:tag name="KSO_WM_UNIT_TYPE" val="b"/>
  <p:tag name="KSO_WM_UNIT_INDEX" val="1"/>
  <p:tag name="KSO_WM_UNIT_ID" val="256*b*1"/>
  <p:tag name="KSO_WM_UNIT_CLEAR" val="1"/>
  <p:tag name="KSO_WM_UNIT_LAYERLEVEL" val="1"/>
  <p:tag name="KSO_WM_UNIT_VALUE" val="140"/>
  <p:tag name="KSO_WM_UNIT_ISCONTENTSTITLE" val="0"/>
  <p:tag name="KSO_WM_UNIT_HIGHLIGHT" val="0"/>
  <p:tag name="KSO_WM_UNIT_COMPATIBLE" val="0"/>
  <p:tag name="KSO_WM_UNIT_PRESET_TEXT" val="请在此处添加副标题"/>
  <p:tag name="KSO_WM_BEAUTIFY_FLAG" val="#wm#"/>
  <p:tag name="KSO_WM_TAG_VERSION" val="1.0"/>
</p:tagLst>
</file>

<file path=ppt/tags/tag17.xml><?xml version="1.0" encoding="utf-8"?>
<p:tagLst xmlns:p="http://schemas.openxmlformats.org/presentationml/2006/main">
  <p:tag name="KSO_WM_TEMPLATE_CATEGORY" val="preset"/>
  <p:tag name="KSO_WM_TEMPLATE_INDEX" val="11"/>
  <p:tag name="KSO_WM_TAG_VERSION" val="1.0"/>
  <p:tag name="KSO_WM_SLIDE_ID" val="preset11_1"/>
  <p:tag name="KSO_WM_SLIDE_INDEX" val="1"/>
  <p:tag name="KSO_WM_SLIDE_ITEM_CNT" val="2"/>
  <p:tag name="KSO_WM_SLIDE_LAYOUT" val="a_b"/>
  <p:tag name="KSO_WM_SLIDE_LAYOUT_CNT" val="1_1"/>
  <p:tag name="KSO_WM_SLIDE_TYPE" val="title"/>
  <p:tag name="KSO_WM_BEAUTIFY_FLAG" val="#wm#"/>
</p:tagLst>
</file>

<file path=ppt/tags/tag18.xml><?xml version="1.0" encoding="utf-8"?>
<p:tagLst xmlns:p="http://schemas.openxmlformats.org/presentationml/2006/main">
  <p:tag name="KSO_WM_TEMPLATE_CATEGORY" val="preset"/>
  <p:tag name="KSO_WM_TEMPLATE_INDEX" val="11"/>
  <p:tag name="KSO_WM_UNIT_TYPE" val="a"/>
  <p:tag name="KSO_WM_UNIT_INDEX" val="1"/>
  <p:tag name="KSO_WM_UNIT_ID" val="256*a*1"/>
  <p:tag name="KSO_WM_UNIT_CLEAR" val="1"/>
  <p:tag name="KSO_WM_UNIT_LAYERLEVEL" val="1"/>
  <p:tag name="KSO_WM_UNIT_VALUE" val="26"/>
  <p:tag name="KSO_WM_UNIT_ISCONTENTSTITLE" val="0"/>
  <p:tag name="KSO_WM_UNIT_HIGHLIGHT" val="0"/>
  <p:tag name="KSO_WM_UNIT_COMPATIBLE" val="0"/>
  <p:tag name="KSO_WM_UNIT_PRESET_TEXT" val="请在此处添加标题"/>
  <p:tag name="KSO_WM_BEAUTIFY_FLAG" val="#wm#"/>
  <p:tag name="KSO_WM_TAG_VERSION" val="1.0"/>
</p:tagLst>
</file>

<file path=ppt/tags/tag19.xml><?xml version="1.0" encoding="utf-8"?>
<p:tagLst xmlns:p="http://schemas.openxmlformats.org/presentationml/2006/main">
  <p:tag name="KSO_WM_TEMPLATE_CATEGORY" val="preset"/>
  <p:tag name="KSO_WM_TEMPLATE_INDEX" val="11"/>
  <p:tag name="KSO_WM_UNIT_TYPE" val="b"/>
  <p:tag name="KSO_WM_UNIT_INDEX" val="1"/>
  <p:tag name="KSO_WM_UNIT_ID" val="256*b*1"/>
  <p:tag name="KSO_WM_UNIT_CLEAR" val="1"/>
  <p:tag name="KSO_WM_UNIT_LAYERLEVEL" val="1"/>
  <p:tag name="KSO_WM_UNIT_VALUE" val="140"/>
  <p:tag name="KSO_WM_UNIT_ISCONTENTSTITLE" val="0"/>
  <p:tag name="KSO_WM_UNIT_HIGHLIGHT" val="0"/>
  <p:tag name="KSO_WM_UNIT_COMPATIBLE" val="0"/>
  <p:tag name="KSO_WM_UNIT_PRESET_TEXT" val="请在此处添加副标题"/>
  <p:tag name="KSO_WM_BEAUTIFY_FLAG" val="#wm#"/>
  <p:tag name="KSO_WM_TAG_VERSION" val="1.0"/>
</p:tagLst>
</file>

<file path=ppt/tags/tag20.xml><?xml version="1.0" encoding="utf-8"?>
<p:tagLst xmlns:p="http://schemas.openxmlformats.org/presentationml/2006/main">
  <p:tag name="KSO_WM_TEMPLATE_CATEGORY" val="preset"/>
  <p:tag name="KSO_WM_TEMPLATE_INDEX" val="11"/>
  <p:tag name="KSO_WM_TAG_VERSION" val="1.0"/>
  <p:tag name="KSO_WM_SLIDE_ID" val="preset11_1"/>
  <p:tag name="KSO_WM_SLIDE_INDEX" val="1"/>
  <p:tag name="KSO_WM_SLIDE_ITEM_CNT" val="2"/>
  <p:tag name="KSO_WM_SLIDE_LAYOUT" val="a_b"/>
  <p:tag name="KSO_WM_SLIDE_LAYOUT_CNT" val="1_1"/>
  <p:tag name="KSO_WM_SLIDE_TYPE" val="title"/>
  <p:tag name="KSO_WM_BEAUTIFY_FLAG" val="#wm#"/>
</p:tagLst>
</file>

<file path=ppt/tags/tag21.xml><?xml version="1.0" encoding="utf-8"?>
<p:tagLst xmlns:p="http://schemas.openxmlformats.org/presentationml/2006/main">
  <p:tag name="KSO_WM_TEMPLATE_CATEGORY" val="preset"/>
  <p:tag name="KSO_WM_TEMPLATE_INDEX" val="11"/>
  <p:tag name="KSO_WM_UNIT_TYPE" val="a"/>
  <p:tag name="KSO_WM_UNIT_INDEX" val="1"/>
  <p:tag name="KSO_WM_UNIT_ID" val="256*a*1"/>
  <p:tag name="KSO_WM_UNIT_CLEAR" val="1"/>
  <p:tag name="KSO_WM_UNIT_LAYERLEVEL" val="1"/>
  <p:tag name="KSO_WM_UNIT_VALUE" val="26"/>
  <p:tag name="KSO_WM_UNIT_ISCONTENTSTITLE" val="0"/>
  <p:tag name="KSO_WM_UNIT_HIGHLIGHT" val="0"/>
  <p:tag name="KSO_WM_UNIT_COMPATIBLE" val="0"/>
  <p:tag name="KSO_WM_UNIT_PRESET_TEXT" val="请在此处添加标题"/>
  <p:tag name="KSO_WM_BEAUTIFY_FLAG" val="#wm#"/>
  <p:tag name="KSO_WM_TAG_VERSION" val="1.0"/>
</p:tagLst>
</file>

<file path=ppt/tags/tag22.xml><?xml version="1.0" encoding="utf-8"?>
<p:tagLst xmlns:p="http://schemas.openxmlformats.org/presentationml/2006/main">
  <p:tag name="KSO_WM_TEMPLATE_CATEGORY" val="preset"/>
  <p:tag name="KSO_WM_TEMPLATE_INDEX" val="11"/>
  <p:tag name="KSO_WM_UNIT_TYPE" val="b"/>
  <p:tag name="KSO_WM_UNIT_INDEX" val="1"/>
  <p:tag name="KSO_WM_UNIT_ID" val="256*b*1"/>
  <p:tag name="KSO_WM_UNIT_CLEAR" val="1"/>
  <p:tag name="KSO_WM_UNIT_LAYERLEVEL" val="1"/>
  <p:tag name="KSO_WM_UNIT_VALUE" val="140"/>
  <p:tag name="KSO_WM_UNIT_ISCONTENTSTITLE" val="0"/>
  <p:tag name="KSO_WM_UNIT_HIGHLIGHT" val="0"/>
  <p:tag name="KSO_WM_UNIT_COMPATIBLE" val="0"/>
  <p:tag name="KSO_WM_UNIT_PRESET_TEXT" val="请在此处添加副标题"/>
  <p:tag name="KSO_WM_BEAUTIFY_FLAG" val="#wm#"/>
  <p:tag name="KSO_WM_TAG_VERSION" val="1.0"/>
</p:tagLst>
</file>

<file path=ppt/tags/tag23.xml><?xml version="1.0" encoding="utf-8"?>
<p:tagLst xmlns:p="http://schemas.openxmlformats.org/presentationml/2006/main">
  <p:tag name="KSO_WM_TEMPLATE_CATEGORY" val="preset"/>
  <p:tag name="KSO_WM_TEMPLATE_INDEX" val="11"/>
  <p:tag name="KSO_WM_TAG_VERSION" val="1.0"/>
  <p:tag name="KSO_WM_SLIDE_ID" val="preset11_1"/>
  <p:tag name="KSO_WM_SLIDE_INDEX" val="1"/>
  <p:tag name="KSO_WM_SLIDE_ITEM_CNT" val="2"/>
  <p:tag name="KSO_WM_SLIDE_LAYOUT" val="a_b"/>
  <p:tag name="KSO_WM_SLIDE_LAYOUT_CNT" val="1_1"/>
  <p:tag name="KSO_WM_SLIDE_TYPE" val="title"/>
  <p:tag name="KSO_WM_BEAUTIFY_FLAG" val="#wm#"/>
</p:tagLst>
</file>

<file path=ppt/tags/tag24.xml><?xml version="1.0" encoding="utf-8"?>
<p:tagLst xmlns:p="http://schemas.openxmlformats.org/presentationml/2006/main">
  <p:tag name="KSO_WM_TEMPLATE_CATEGORY" val="preset"/>
  <p:tag name="KSO_WM_TEMPLATE_INDEX" val="11"/>
  <p:tag name="KSO_WM_UNIT_TYPE" val="a"/>
  <p:tag name="KSO_WM_UNIT_INDEX" val="1"/>
  <p:tag name="KSO_WM_UNIT_ID" val="259*a*1"/>
  <p:tag name="KSO_WM_UNIT_CLEAR" val="1"/>
  <p:tag name="KSO_WM_UNIT_LAYERLEVEL" val="1"/>
  <p:tag name="KSO_WM_UNIT_VALUE" val="40"/>
  <p:tag name="KSO_WM_UNIT_ISCONTENTSTITLE" val="0"/>
  <p:tag name="KSO_WM_UNIT_HIGHLIGHT" val="0"/>
  <p:tag name="KSO_WM_UNIT_COMPATIBLE" val="0"/>
  <p:tag name="KSO_WM_UNIT_PRESET_TEXT" val="请在此处添加标题"/>
  <p:tag name="KSO_WM_BEAUTIFY_FLAG" val="#wm#"/>
  <p:tag name="KSO_WM_TAG_VERSION" val="1.0"/>
</p:tagLst>
</file>

<file path=ppt/tags/tag25.xml><?xml version="1.0" encoding="utf-8"?>
<p:tagLst xmlns:p="http://schemas.openxmlformats.org/presentationml/2006/main">
  <p:tag name="KSO_WM_TEMPLATE_CATEGORY" val="preset"/>
  <p:tag name="KSO_WM_TEMPLATE_INDEX" val="11"/>
  <p:tag name="KSO_WM_UNIT_TYPE" val="f"/>
  <p:tag name="KSO_WM_UNIT_INDEX" val="1"/>
  <p:tag name="KSO_WM_UNIT_ID" val="259*f*1"/>
  <p:tag name="KSO_WM_UNIT_CLEAR" val="1"/>
  <p:tag name="KSO_WM_UNIT_LAYERLEVEL" val="1"/>
  <p:tag name="KSO_WM_UNIT_VALUE" val="319"/>
  <p:tag name="KSO_WM_UNIT_HIGHLIGHT" val="0"/>
  <p:tag name="KSO_WM_UNIT_COMPATIBLE" val="0"/>
  <p:tag name="KSO_WM_UNIT_PRESET_TEXT" val="请在此处添加文本"/>
  <p:tag name="KSO_WM_BEAUTIFY_FLAG" val="#wm#"/>
  <p:tag name="KSO_WM_TAG_VERSION" val="1.0"/>
</p:tagLst>
</file>

<file path=ppt/tags/tag26.xml><?xml version="1.0" encoding="utf-8"?>
<p:tagLst xmlns:p="http://schemas.openxmlformats.org/presentationml/2006/main">
  <p:tag name="KSO_WM_TEMPLATE_CATEGORY" val="preset"/>
  <p:tag name="KSO_WM_TEMPLATE_INDEX" val="11"/>
  <p:tag name="KSO_WM_TAG_VERSION" val="1.0"/>
  <p:tag name="KSO_WM_SLIDE_ID" val="preset11_2"/>
  <p:tag name="KSO_WM_SLIDE_INDEX" val="2"/>
  <p:tag name="KSO_WM_SLIDE_ITEM_CNT" val="1"/>
  <p:tag name="KSO_WM_SLIDE_LAYOUT" val="a_f"/>
  <p:tag name="KSO_WM_SLIDE_LAYOUT_CNT" val="1_1"/>
  <p:tag name="KSO_WM_SLIDE_TYPE" val="text"/>
  <p:tag name="KSO_WM_BEAUTIFY_FLAG" val="#wm#"/>
  <p:tag name="KSO_WM_SLIDE_POSITION" val="66*144"/>
  <p:tag name="KSO_WM_SLIDE_SIZE" val="828*343"/>
</p:tagLst>
</file>

<file path=ppt/tags/tag27.xml><?xml version="1.0" encoding="utf-8"?>
<p:tagLst xmlns:p="http://schemas.openxmlformats.org/presentationml/2006/main">
  <p:tag name="KSO_WM_TEMPLATE_CATEGORY" val="preset"/>
  <p:tag name="KSO_WM_TEMPLATE_INDEX" val="11"/>
  <p:tag name="KSO_WM_UNIT_TYPE" val="a"/>
  <p:tag name="KSO_WM_UNIT_INDEX" val="1"/>
  <p:tag name="KSO_WM_UNIT_ID" val="256*a*1"/>
  <p:tag name="KSO_WM_UNIT_CLEAR" val="1"/>
  <p:tag name="KSO_WM_UNIT_LAYERLEVEL" val="1"/>
  <p:tag name="KSO_WM_UNIT_VALUE" val="26"/>
  <p:tag name="KSO_WM_UNIT_ISCONTENTSTITLE" val="0"/>
  <p:tag name="KSO_WM_UNIT_HIGHLIGHT" val="0"/>
  <p:tag name="KSO_WM_UNIT_COMPATIBLE" val="0"/>
  <p:tag name="KSO_WM_UNIT_PRESET_TEXT" val="请在此处添加标题"/>
  <p:tag name="KSO_WM_BEAUTIFY_FLAG" val="#wm#"/>
  <p:tag name="KSO_WM_TAG_VERSION" val="1.0"/>
</p:tagLst>
</file>

<file path=ppt/tags/tag28.xml><?xml version="1.0" encoding="utf-8"?>
<p:tagLst xmlns:p="http://schemas.openxmlformats.org/presentationml/2006/main">
  <p:tag name="KSO_WM_TEMPLATE_CATEGORY" val="preset"/>
  <p:tag name="KSO_WM_TEMPLATE_INDEX" val="11"/>
  <p:tag name="KSO_WM_UNIT_TYPE" val="b"/>
  <p:tag name="KSO_WM_UNIT_INDEX" val="1"/>
  <p:tag name="KSO_WM_UNIT_ID" val="256*b*1"/>
  <p:tag name="KSO_WM_UNIT_CLEAR" val="1"/>
  <p:tag name="KSO_WM_UNIT_LAYERLEVEL" val="1"/>
  <p:tag name="KSO_WM_UNIT_VALUE" val="140"/>
  <p:tag name="KSO_WM_UNIT_ISCONTENTSTITLE" val="0"/>
  <p:tag name="KSO_WM_UNIT_HIGHLIGHT" val="0"/>
  <p:tag name="KSO_WM_UNIT_COMPATIBLE" val="0"/>
  <p:tag name="KSO_WM_UNIT_PRESET_TEXT" val="请在此处添加副标题"/>
  <p:tag name="KSO_WM_BEAUTIFY_FLAG" val="#wm#"/>
  <p:tag name="KSO_WM_TAG_VERSION" val="1.0"/>
</p:tagLst>
</file>

<file path=ppt/tags/tag29.xml><?xml version="1.0" encoding="utf-8"?>
<p:tagLst xmlns:p="http://schemas.openxmlformats.org/presentationml/2006/main">
  <p:tag name="KSO_WM_TEMPLATE_CATEGORY" val="preset"/>
  <p:tag name="KSO_WM_TEMPLATE_INDEX" val="11"/>
  <p:tag name="KSO_WM_TAG_VERSION" val="1.0"/>
  <p:tag name="KSO_WM_SLIDE_ID" val="preset11_1"/>
  <p:tag name="KSO_WM_SLIDE_INDEX" val="1"/>
  <p:tag name="KSO_WM_SLIDE_ITEM_CNT" val="2"/>
  <p:tag name="KSO_WM_SLIDE_LAYOUT" val="a_b"/>
  <p:tag name="KSO_WM_SLIDE_LAYOUT_CNT" val="1_1"/>
  <p:tag name="KSO_WM_SLIDE_TYPE" val="title"/>
  <p:tag name="KSO_WM_BEAUTIFY_FLAG" val="#wm#"/>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
  <PresentationFormat>宽屏</PresentationFormat>
  <Paragraphs>72</Paragraphs>
  <Slides>0</Slides>
  <Notes>0</Notes>
  <HiddenSlides>0</HiddenSlides>
  <MMClips>1</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16</vt:i4>
      </vt:variant>
    </vt:vector>
  </HeadingPairs>
  <TitlesOfParts>
    <vt:vector size="23" baseType="lpstr">
      <vt:lpstr>Arial</vt:lpstr>
      <vt:lpstr>宋体</vt:lpstr>
      <vt:lpstr>Wingdings</vt:lpstr>
      <vt:lpstr>Microsoft Yahei</vt:lpstr>
      <vt:lpstr>微软雅黑</vt:lpstr>
      <vt:lpstr>Calibri</vt:lpstr>
      <vt:lpstr>Office 主题</vt:lpstr>
      <vt:lpstr>工程实践4&amp;5</vt:lpstr>
      <vt:lpstr>作品名称：成都印象</vt:lpstr>
      <vt:lpstr>请在此处添加标题</vt:lpstr>
      <vt:lpstr>材料准备</vt:lpstr>
      <vt:lpstr>PowerPoint 演示文稿</vt:lpstr>
      <vt:lpstr>硬件介绍</vt:lpstr>
      <vt:lpstr>硬件介绍</vt:lpstr>
      <vt:lpstr>软件介绍</vt:lpstr>
      <vt:lpstr>软件介绍</vt:lpstr>
      <vt:lpstr>制作过程</vt:lpstr>
      <vt:lpstr>1. 手 绘 图 案</vt:lpstr>
      <vt:lpstr>5. 制作动效</vt:lpstr>
      <vt:lpstr>请在此处添加标题</vt:lpstr>
      <vt:lpstr>请在此处添加标题</vt:lpstr>
      <vt:lpstr>PowerPoint 演示文稿</vt:lpstr>
      <vt:lpstr>请在此处添加标题</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方案名称：虚拟电子水养设备</dc:title>
  <dc:creator>ming jin</dc:creator>
  <cp:lastModifiedBy>iPad</cp:lastModifiedBy>
  <cp:revision>72</cp:revision>
  <dcterms:created xsi:type="dcterms:W3CDTF">1900-01-01T00:00:00Z</dcterms:created>
  <dcterms:modified xsi:type="dcterms:W3CDTF">1900-01-01T00:00:00Z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2052-11.11.1</vt:lpwstr>
  </property>
  <property fmtid="{D5CDD505-2E9C-101B-9397-08002B2CF9AE}" pid="3" name="ICV">
    <vt:lpwstr>F23D72C48DBE4813F025F060ECF840F1</vt:lpwstr>
  </property>
</Properties>
</file>